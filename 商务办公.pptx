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6" r:id="rId2"/>
  </p:sldMasterIdLst>
  <p:notesMasterIdLst>
    <p:notesMasterId r:id="rId25"/>
  </p:notesMasterIdLst>
  <p:handoutMasterIdLst>
    <p:handoutMasterId r:id="rId26"/>
  </p:handoutMasterIdLst>
  <p:sldIdLst>
    <p:sldId id="362" r:id="rId3"/>
    <p:sldId id="363" r:id="rId4"/>
    <p:sldId id="369" r:id="rId5"/>
    <p:sldId id="387" r:id="rId6"/>
    <p:sldId id="391" r:id="rId7"/>
    <p:sldId id="392" r:id="rId8"/>
    <p:sldId id="393" r:id="rId9"/>
    <p:sldId id="388" r:id="rId10"/>
    <p:sldId id="394" r:id="rId11"/>
    <p:sldId id="395" r:id="rId12"/>
    <p:sldId id="396" r:id="rId13"/>
    <p:sldId id="389" r:id="rId14"/>
    <p:sldId id="397" r:id="rId15"/>
    <p:sldId id="398" r:id="rId16"/>
    <p:sldId id="399" r:id="rId17"/>
    <p:sldId id="390" r:id="rId18"/>
    <p:sldId id="400" r:id="rId19"/>
    <p:sldId id="401" r:id="rId20"/>
    <p:sldId id="402" r:id="rId21"/>
    <p:sldId id="366" r:id="rId22"/>
    <p:sldId id="264" r:id="rId23"/>
    <p:sldId id="258" r:id="rId24"/>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5293"/>
    <a:srgbClr val="1F3764"/>
    <a:srgbClr val="216F58"/>
    <a:srgbClr val="01527F"/>
    <a:srgbClr val="011C27"/>
    <a:srgbClr val="FCF7DA"/>
    <a:srgbClr val="DF2123"/>
    <a:srgbClr val="F49E00"/>
    <a:srgbClr val="4256A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92"/>
    <p:restoredTop sz="96271"/>
  </p:normalViewPr>
  <p:slideViewPr>
    <p:cSldViewPr snapToGrid="0" snapToObjects="1">
      <p:cViewPr>
        <p:scale>
          <a:sx n="90" d="100"/>
          <a:sy n="90" d="100"/>
        </p:scale>
        <p:origin x="1764" y="60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96" d="100"/>
        <a:sy n="196" d="100"/>
      </p:scale>
      <p:origin x="0" y="0"/>
    </p:cViewPr>
  </p:sorterViewPr>
  <p:notesViewPr>
    <p:cSldViewPr snapToGrid="0" snapToObjects="1">
      <p:cViewPr varScale="1">
        <p:scale>
          <a:sx n="95" d="100"/>
          <a:sy n="95" d="100"/>
        </p:scale>
        <p:origin x="2504"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gs" Target="tags/tag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84B3C7D-7ED1-A34F-BCFC-1C01389AE58C}" type="datetimeFigureOut">
              <a:rPr kumimoji="1" lang="zh-CN" altLang="en-US" smtClean="0"/>
              <a:t>2026/7/18</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CED8CE-3D9F-CA47-A17E-9AD879C3B1C0}" type="slidenum">
              <a:rPr kumimoji="1" lang="zh-CN" altLang="en-US" smtClean="0"/>
              <a:t>‹#›</a:t>
            </a:fld>
            <a:endParaRPr kumimoji="1" lang="zh-CN" altLang="en-US"/>
          </a:p>
        </p:txBody>
      </p:sp>
    </p:spTree>
    <p:extLst>
      <p:ext uri="{BB962C8B-B14F-4D97-AF65-F5344CB8AC3E}">
        <p14:creationId xmlns:p14="http://schemas.microsoft.com/office/powerpoint/2010/main" val="397030270"/>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2-28T08:59:41.401"/>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1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ACF2CF-5EF1-D24F-8F8B-C67282AA038A}" type="datetimeFigureOut">
              <a:rPr kumimoji="1" lang="zh-CN" altLang="en-US" smtClean="0"/>
              <a:t>2026/7/18</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F70782-008B-5B48-B01C-A994AC4AA046}" type="slidenum">
              <a:rPr kumimoji="1" lang="zh-CN" altLang="en-US" smtClean="0"/>
              <a:t>‹#›</a:t>
            </a:fld>
            <a:endParaRPr kumimoji="1" lang="zh-CN" altLang="en-US"/>
          </a:p>
        </p:txBody>
      </p:sp>
    </p:spTree>
    <p:extLst>
      <p:ext uri="{BB962C8B-B14F-4D97-AF65-F5344CB8AC3E}">
        <p14:creationId xmlns:p14="http://schemas.microsoft.com/office/powerpoint/2010/main" val="47636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a:t>
            </a:fld>
            <a:endParaRPr lang="zh-CN" altLang="en-US"/>
          </a:p>
        </p:txBody>
      </p:sp>
    </p:spTree>
    <p:extLst>
      <p:ext uri="{BB962C8B-B14F-4D97-AF65-F5344CB8AC3E}">
        <p14:creationId xmlns:p14="http://schemas.microsoft.com/office/powerpoint/2010/main" val="2918143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2</a:t>
            </a:fld>
            <a:endParaRPr lang="zh-CN" altLang="en-US"/>
          </a:p>
        </p:txBody>
      </p:sp>
    </p:spTree>
    <p:extLst>
      <p:ext uri="{BB962C8B-B14F-4D97-AF65-F5344CB8AC3E}">
        <p14:creationId xmlns:p14="http://schemas.microsoft.com/office/powerpoint/2010/main" val="2457985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3</a:t>
            </a:fld>
            <a:endParaRPr lang="zh-CN" altLang="en-US"/>
          </a:p>
        </p:txBody>
      </p:sp>
    </p:spTree>
    <p:extLst>
      <p:ext uri="{BB962C8B-B14F-4D97-AF65-F5344CB8AC3E}">
        <p14:creationId xmlns:p14="http://schemas.microsoft.com/office/powerpoint/2010/main" val="3701964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4</a:t>
            </a:fld>
            <a:endParaRPr lang="zh-CN" altLang="en-US"/>
          </a:p>
        </p:txBody>
      </p:sp>
    </p:spTree>
    <p:extLst>
      <p:ext uri="{BB962C8B-B14F-4D97-AF65-F5344CB8AC3E}">
        <p14:creationId xmlns:p14="http://schemas.microsoft.com/office/powerpoint/2010/main" val="3276289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0F1CE-112D-133D-C8C7-87E70D259A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627ECC-2EC0-E6D7-1F3C-00EDD856B0D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F9A03CA-7ECB-9C40-7124-34C59743D0F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4136724-75EC-4ED8-3A49-61FC6A29A071}"/>
              </a:ext>
            </a:extLst>
          </p:cNvPr>
          <p:cNvSpPr>
            <a:spLocks noGrp="1"/>
          </p:cNvSpPr>
          <p:nvPr>
            <p:ph type="sldNum" sz="quarter" idx="10"/>
          </p:nvPr>
        </p:nvSpPr>
        <p:spPr/>
        <p:txBody>
          <a:bodyPr/>
          <a:lstStyle/>
          <a:p>
            <a:fld id="{E2E3AE05-7DD1-4AF0-924E-BEEA496F3737}" type="slidenum">
              <a:rPr lang="zh-CN" altLang="en-US" smtClean="0"/>
              <a:t>5</a:t>
            </a:fld>
            <a:endParaRPr lang="zh-CN" altLang="en-US"/>
          </a:p>
        </p:txBody>
      </p:sp>
    </p:spTree>
    <p:extLst>
      <p:ext uri="{BB962C8B-B14F-4D97-AF65-F5344CB8AC3E}">
        <p14:creationId xmlns:p14="http://schemas.microsoft.com/office/powerpoint/2010/main" val="1218632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73CAD-8107-0245-8F50-57C3D44397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EFDF6E-EA7B-285F-DCC8-6DF209FD574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16CB7CF-0832-AFE8-7E6A-12143582ED9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4FE718F-F007-1DC2-8CD3-E905311E7367}"/>
              </a:ext>
            </a:extLst>
          </p:cNvPr>
          <p:cNvSpPr>
            <a:spLocks noGrp="1"/>
          </p:cNvSpPr>
          <p:nvPr>
            <p:ph type="sldNum" sz="quarter" idx="10"/>
          </p:nvPr>
        </p:nvSpPr>
        <p:spPr/>
        <p:txBody>
          <a:bodyPr/>
          <a:lstStyle/>
          <a:p>
            <a:fld id="{E2E3AE05-7DD1-4AF0-924E-BEEA496F3737}" type="slidenum">
              <a:rPr lang="zh-CN" altLang="en-US" smtClean="0"/>
              <a:t>6</a:t>
            </a:fld>
            <a:endParaRPr lang="zh-CN" altLang="en-US"/>
          </a:p>
        </p:txBody>
      </p:sp>
    </p:spTree>
    <p:extLst>
      <p:ext uri="{BB962C8B-B14F-4D97-AF65-F5344CB8AC3E}">
        <p14:creationId xmlns:p14="http://schemas.microsoft.com/office/powerpoint/2010/main" val="1169999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9C5B7-7E35-4A79-06FA-075D3935BC1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696A12C-1BF3-950E-8707-C9924A4F5B3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D63CD8-A299-97F2-5E63-86FE6B80BC8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503B8AC-3FFB-1636-3AD6-B5266A8C92B2}"/>
              </a:ext>
            </a:extLst>
          </p:cNvPr>
          <p:cNvSpPr>
            <a:spLocks noGrp="1"/>
          </p:cNvSpPr>
          <p:nvPr>
            <p:ph type="sldNum" sz="quarter" idx="10"/>
          </p:nvPr>
        </p:nvSpPr>
        <p:spPr/>
        <p:txBody>
          <a:bodyPr/>
          <a:lstStyle/>
          <a:p>
            <a:fld id="{E2E3AE05-7DD1-4AF0-924E-BEEA496F3737}" type="slidenum">
              <a:rPr lang="zh-CN" altLang="en-US" smtClean="0"/>
              <a:t>7</a:t>
            </a:fld>
            <a:endParaRPr lang="zh-CN" altLang="en-US"/>
          </a:p>
        </p:txBody>
      </p:sp>
    </p:spTree>
    <p:extLst>
      <p:ext uri="{BB962C8B-B14F-4D97-AF65-F5344CB8AC3E}">
        <p14:creationId xmlns:p14="http://schemas.microsoft.com/office/powerpoint/2010/main" val="32757459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EC4C0-C4D3-BC98-8E21-311AC80C5F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EB9232C-7EAD-F5B5-2D85-85039578E9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5BCDFF6-A75D-63C7-5ED7-0BD3061C63B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E355E4E-A638-1758-78C8-B406AB9438A9}"/>
              </a:ext>
            </a:extLst>
          </p:cNvPr>
          <p:cNvSpPr>
            <a:spLocks noGrp="1"/>
          </p:cNvSpPr>
          <p:nvPr>
            <p:ph type="sldNum" sz="quarter" idx="10"/>
          </p:nvPr>
        </p:nvSpPr>
        <p:spPr/>
        <p:txBody>
          <a:bodyPr/>
          <a:lstStyle/>
          <a:p>
            <a:fld id="{E2E3AE05-7DD1-4AF0-924E-BEEA496F3737}" type="slidenum">
              <a:rPr lang="zh-CN" altLang="en-US" smtClean="0"/>
              <a:t>8</a:t>
            </a:fld>
            <a:endParaRPr lang="zh-CN" altLang="en-US"/>
          </a:p>
        </p:txBody>
      </p:sp>
    </p:spTree>
    <p:extLst>
      <p:ext uri="{BB962C8B-B14F-4D97-AF65-F5344CB8AC3E}">
        <p14:creationId xmlns:p14="http://schemas.microsoft.com/office/powerpoint/2010/main" val="6206531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54C46-F9CA-5562-DC0E-842918C867E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5A35E4-FB9A-E422-F326-F33EE73731B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1A1BD6-717A-38AA-4B59-6E148D78CB5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4C950DD-EFB6-613B-AF0D-702EA6336944}"/>
              </a:ext>
            </a:extLst>
          </p:cNvPr>
          <p:cNvSpPr>
            <a:spLocks noGrp="1"/>
          </p:cNvSpPr>
          <p:nvPr>
            <p:ph type="sldNum" sz="quarter" idx="10"/>
          </p:nvPr>
        </p:nvSpPr>
        <p:spPr/>
        <p:txBody>
          <a:bodyPr/>
          <a:lstStyle/>
          <a:p>
            <a:fld id="{E2E3AE05-7DD1-4AF0-924E-BEEA496F3737}" type="slidenum">
              <a:rPr lang="zh-CN" altLang="en-US" smtClean="0"/>
              <a:t>9</a:t>
            </a:fld>
            <a:endParaRPr lang="zh-CN" altLang="en-US"/>
          </a:p>
        </p:txBody>
      </p:sp>
    </p:spTree>
    <p:extLst>
      <p:ext uri="{BB962C8B-B14F-4D97-AF65-F5344CB8AC3E}">
        <p14:creationId xmlns:p14="http://schemas.microsoft.com/office/powerpoint/2010/main" val="22963849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13098-F4D7-78E4-82D1-5EB5A3A983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BCFBDFF-1B1A-F791-4C82-70BFD475BB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7DD7256-6835-2D77-BE39-0A790E03A0D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3AAF179-F217-7E5E-B0D6-880C9B4A62EE}"/>
              </a:ext>
            </a:extLst>
          </p:cNvPr>
          <p:cNvSpPr>
            <a:spLocks noGrp="1"/>
          </p:cNvSpPr>
          <p:nvPr>
            <p:ph type="sldNum" sz="quarter" idx="10"/>
          </p:nvPr>
        </p:nvSpPr>
        <p:spPr/>
        <p:txBody>
          <a:bodyPr/>
          <a:lstStyle/>
          <a:p>
            <a:fld id="{E2E3AE05-7DD1-4AF0-924E-BEEA496F3737}" type="slidenum">
              <a:rPr lang="zh-CN" altLang="en-US" smtClean="0"/>
              <a:t>10</a:t>
            </a:fld>
            <a:endParaRPr lang="zh-CN" altLang="en-US"/>
          </a:p>
        </p:txBody>
      </p:sp>
    </p:spTree>
    <p:extLst>
      <p:ext uri="{BB962C8B-B14F-4D97-AF65-F5344CB8AC3E}">
        <p14:creationId xmlns:p14="http://schemas.microsoft.com/office/powerpoint/2010/main" val="37626311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65B2C-1D02-8047-5D40-F2967484B7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4A13A9F-0FDE-2446-0918-62FC559CA7A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7A4027-0A10-A5BC-7B0B-7EF8EA8D221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D215086-F6B2-7716-71E7-480C69B2365D}"/>
              </a:ext>
            </a:extLst>
          </p:cNvPr>
          <p:cNvSpPr>
            <a:spLocks noGrp="1"/>
          </p:cNvSpPr>
          <p:nvPr>
            <p:ph type="sldNum" sz="quarter" idx="10"/>
          </p:nvPr>
        </p:nvSpPr>
        <p:spPr/>
        <p:txBody>
          <a:bodyPr/>
          <a:lstStyle/>
          <a:p>
            <a:fld id="{E2E3AE05-7DD1-4AF0-924E-BEEA496F3737}" type="slidenum">
              <a:rPr lang="zh-CN" altLang="en-US" smtClean="0"/>
              <a:t>11</a:t>
            </a:fld>
            <a:endParaRPr lang="zh-CN" altLang="en-US"/>
          </a:p>
        </p:txBody>
      </p:sp>
    </p:spTree>
    <p:extLst>
      <p:ext uri="{BB962C8B-B14F-4D97-AF65-F5344CB8AC3E}">
        <p14:creationId xmlns:p14="http://schemas.microsoft.com/office/powerpoint/2010/main" val="31756778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941EC-7566-8BC4-50DD-46E6CABC66B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225F2D8-3515-8C08-EF83-556ABD45C8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FE690C-99BA-B94B-BAFC-6323168B8D5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1F249B3-9507-F49C-C50D-CB6105E2527B}"/>
              </a:ext>
            </a:extLst>
          </p:cNvPr>
          <p:cNvSpPr>
            <a:spLocks noGrp="1"/>
          </p:cNvSpPr>
          <p:nvPr>
            <p:ph type="sldNum" sz="quarter" idx="10"/>
          </p:nvPr>
        </p:nvSpPr>
        <p:spPr/>
        <p:txBody>
          <a:bodyPr/>
          <a:lstStyle/>
          <a:p>
            <a:fld id="{E2E3AE05-7DD1-4AF0-924E-BEEA496F3737}" type="slidenum">
              <a:rPr lang="zh-CN" altLang="en-US" smtClean="0"/>
              <a:t>12</a:t>
            </a:fld>
            <a:endParaRPr lang="zh-CN" altLang="en-US"/>
          </a:p>
        </p:txBody>
      </p:sp>
    </p:spTree>
    <p:extLst>
      <p:ext uri="{BB962C8B-B14F-4D97-AF65-F5344CB8AC3E}">
        <p14:creationId xmlns:p14="http://schemas.microsoft.com/office/powerpoint/2010/main" val="894181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AF7B6-7BE0-4E75-8CEE-314338767F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93320F5-6CD8-7BA8-7A7A-825FC7C3C90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A8DF24C-AB26-5D99-11E7-EA11BA24142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B5BA281-2897-C535-F7FF-89706455687F}"/>
              </a:ext>
            </a:extLst>
          </p:cNvPr>
          <p:cNvSpPr>
            <a:spLocks noGrp="1"/>
          </p:cNvSpPr>
          <p:nvPr>
            <p:ph type="sldNum" sz="quarter" idx="10"/>
          </p:nvPr>
        </p:nvSpPr>
        <p:spPr/>
        <p:txBody>
          <a:bodyPr/>
          <a:lstStyle/>
          <a:p>
            <a:fld id="{E2E3AE05-7DD1-4AF0-924E-BEEA496F3737}" type="slidenum">
              <a:rPr lang="zh-CN" altLang="en-US" smtClean="0"/>
              <a:t>13</a:t>
            </a:fld>
            <a:endParaRPr lang="zh-CN" altLang="en-US"/>
          </a:p>
        </p:txBody>
      </p:sp>
    </p:spTree>
    <p:extLst>
      <p:ext uri="{BB962C8B-B14F-4D97-AF65-F5344CB8AC3E}">
        <p14:creationId xmlns:p14="http://schemas.microsoft.com/office/powerpoint/2010/main" val="22639492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19206-E89C-9A8D-088B-F3499258576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69DC7E-7336-263C-E3A1-7292FE479B7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9448973-614C-E64F-7019-9970E932B88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A30E099-DA6B-6150-E256-FF9682B2CD5A}"/>
              </a:ext>
            </a:extLst>
          </p:cNvPr>
          <p:cNvSpPr>
            <a:spLocks noGrp="1"/>
          </p:cNvSpPr>
          <p:nvPr>
            <p:ph type="sldNum" sz="quarter" idx="10"/>
          </p:nvPr>
        </p:nvSpPr>
        <p:spPr/>
        <p:txBody>
          <a:bodyPr/>
          <a:lstStyle/>
          <a:p>
            <a:fld id="{E2E3AE05-7DD1-4AF0-924E-BEEA496F3737}" type="slidenum">
              <a:rPr lang="zh-CN" altLang="en-US" smtClean="0"/>
              <a:t>14</a:t>
            </a:fld>
            <a:endParaRPr lang="zh-CN" altLang="en-US"/>
          </a:p>
        </p:txBody>
      </p:sp>
    </p:spTree>
    <p:extLst>
      <p:ext uri="{BB962C8B-B14F-4D97-AF65-F5344CB8AC3E}">
        <p14:creationId xmlns:p14="http://schemas.microsoft.com/office/powerpoint/2010/main" val="11237324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9B51D-3286-7C43-70F3-DA4FFF999E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E0AD2E-BB4D-296B-FD95-DAF88D7E7C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0716986-EBE7-BBC6-BE24-3DC0C59A065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7354E65-8168-0834-8E3B-6B25A380AC65}"/>
              </a:ext>
            </a:extLst>
          </p:cNvPr>
          <p:cNvSpPr>
            <a:spLocks noGrp="1"/>
          </p:cNvSpPr>
          <p:nvPr>
            <p:ph type="sldNum" sz="quarter" idx="10"/>
          </p:nvPr>
        </p:nvSpPr>
        <p:spPr/>
        <p:txBody>
          <a:bodyPr/>
          <a:lstStyle/>
          <a:p>
            <a:fld id="{E2E3AE05-7DD1-4AF0-924E-BEEA496F3737}" type="slidenum">
              <a:rPr lang="zh-CN" altLang="en-US" smtClean="0"/>
              <a:t>15</a:t>
            </a:fld>
            <a:endParaRPr lang="zh-CN" altLang="en-US"/>
          </a:p>
        </p:txBody>
      </p:sp>
    </p:spTree>
    <p:extLst>
      <p:ext uri="{BB962C8B-B14F-4D97-AF65-F5344CB8AC3E}">
        <p14:creationId xmlns:p14="http://schemas.microsoft.com/office/powerpoint/2010/main" val="16439829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63151-80D0-04C9-AFB2-E4D05A8E50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811D89-2686-E255-E609-BCE22E1FC04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E314C1-51DB-45B6-3DCD-47DA385E805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2BE226F-BADE-251E-E627-0DDA0B73B1E4}"/>
              </a:ext>
            </a:extLst>
          </p:cNvPr>
          <p:cNvSpPr>
            <a:spLocks noGrp="1"/>
          </p:cNvSpPr>
          <p:nvPr>
            <p:ph type="sldNum" sz="quarter" idx="10"/>
          </p:nvPr>
        </p:nvSpPr>
        <p:spPr/>
        <p:txBody>
          <a:bodyPr/>
          <a:lstStyle/>
          <a:p>
            <a:fld id="{E2E3AE05-7DD1-4AF0-924E-BEEA496F3737}" type="slidenum">
              <a:rPr lang="zh-CN" altLang="en-US" smtClean="0"/>
              <a:t>16</a:t>
            </a:fld>
            <a:endParaRPr lang="zh-CN" altLang="en-US"/>
          </a:p>
        </p:txBody>
      </p:sp>
    </p:spTree>
    <p:extLst>
      <p:ext uri="{BB962C8B-B14F-4D97-AF65-F5344CB8AC3E}">
        <p14:creationId xmlns:p14="http://schemas.microsoft.com/office/powerpoint/2010/main" val="23814160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AA4E5-FE00-1A25-006D-1678BF8A4E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CC15F52-5558-EF9C-20E4-A252B9D0B64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E53A417-33B5-CAE7-5E06-798B9D00D90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F7838C4-3CD7-3BFA-D9C1-2AFD31162D33}"/>
              </a:ext>
            </a:extLst>
          </p:cNvPr>
          <p:cNvSpPr>
            <a:spLocks noGrp="1"/>
          </p:cNvSpPr>
          <p:nvPr>
            <p:ph type="sldNum" sz="quarter" idx="10"/>
          </p:nvPr>
        </p:nvSpPr>
        <p:spPr/>
        <p:txBody>
          <a:bodyPr/>
          <a:lstStyle/>
          <a:p>
            <a:fld id="{E2E3AE05-7DD1-4AF0-924E-BEEA496F3737}" type="slidenum">
              <a:rPr lang="zh-CN" altLang="en-US" smtClean="0"/>
              <a:t>17</a:t>
            </a:fld>
            <a:endParaRPr lang="zh-CN" altLang="en-US"/>
          </a:p>
        </p:txBody>
      </p:sp>
    </p:spTree>
    <p:extLst>
      <p:ext uri="{BB962C8B-B14F-4D97-AF65-F5344CB8AC3E}">
        <p14:creationId xmlns:p14="http://schemas.microsoft.com/office/powerpoint/2010/main" val="33016286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A15EB-4F04-E1EE-F7F4-8F47C575DA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29A345-AD49-E3AD-BE41-C686573B05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CF10B39-4CA9-5C0A-DCD4-60B83DE33F6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9759F34-08D5-E18D-01B1-1273447A2EED}"/>
              </a:ext>
            </a:extLst>
          </p:cNvPr>
          <p:cNvSpPr>
            <a:spLocks noGrp="1"/>
          </p:cNvSpPr>
          <p:nvPr>
            <p:ph type="sldNum" sz="quarter" idx="10"/>
          </p:nvPr>
        </p:nvSpPr>
        <p:spPr/>
        <p:txBody>
          <a:bodyPr/>
          <a:lstStyle/>
          <a:p>
            <a:fld id="{E2E3AE05-7DD1-4AF0-924E-BEEA496F3737}" type="slidenum">
              <a:rPr lang="zh-CN" altLang="en-US" smtClean="0"/>
              <a:t>18</a:t>
            </a:fld>
            <a:endParaRPr lang="zh-CN" altLang="en-US"/>
          </a:p>
        </p:txBody>
      </p:sp>
    </p:spTree>
    <p:extLst>
      <p:ext uri="{BB962C8B-B14F-4D97-AF65-F5344CB8AC3E}">
        <p14:creationId xmlns:p14="http://schemas.microsoft.com/office/powerpoint/2010/main" val="35627052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C4431-ADB8-A928-8DEE-FBB7B96C81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71D2DAC-91E7-011B-FA1C-89742C88B12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CB58E8F-20AE-888B-7C39-F097302F92E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F7B3E5F-2BD6-72C6-B155-0420F9C02FF2}"/>
              </a:ext>
            </a:extLst>
          </p:cNvPr>
          <p:cNvSpPr>
            <a:spLocks noGrp="1"/>
          </p:cNvSpPr>
          <p:nvPr>
            <p:ph type="sldNum" sz="quarter" idx="10"/>
          </p:nvPr>
        </p:nvSpPr>
        <p:spPr/>
        <p:txBody>
          <a:bodyPr/>
          <a:lstStyle/>
          <a:p>
            <a:fld id="{E2E3AE05-7DD1-4AF0-924E-BEEA496F3737}" type="slidenum">
              <a:rPr lang="zh-CN" altLang="en-US" smtClean="0"/>
              <a:t>19</a:t>
            </a:fld>
            <a:endParaRPr lang="zh-CN" altLang="en-US"/>
          </a:p>
        </p:txBody>
      </p:sp>
    </p:spTree>
    <p:extLst>
      <p:ext uri="{BB962C8B-B14F-4D97-AF65-F5344CB8AC3E}">
        <p14:creationId xmlns:p14="http://schemas.microsoft.com/office/powerpoint/2010/main" val="37021870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20</a:t>
            </a:fld>
            <a:endParaRPr lang="zh-CN" altLang="en-US"/>
          </a:p>
        </p:txBody>
      </p:sp>
    </p:spTree>
    <p:extLst>
      <p:ext uri="{BB962C8B-B14F-4D97-AF65-F5344CB8AC3E}">
        <p14:creationId xmlns:p14="http://schemas.microsoft.com/office/powerpoint/2010/main" val="10411399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3D025F48-E7B6-C23B-90B1-E9EB451BFC9C}"/>
              </a:ext>
            </a:extLst>
          </p:cNvPr>
          <p:cNvGrpSpPr/>
          <p:nvPr userDrawn="1"/>
        </p:nvGrpSpPr>
        <p:grpSpPr>
          <a:xfrm>
            <a:off x="196220" y="924720"/>
            <a:ext cx="11799559" cy="5789979"/>
            <a:chOff x="674493" y="2510471"/>
            <a:chExt cx="2764744" cy="3517415"/>
          </a:xfrm>
        </p:grpSpPr>
        <p:sp>
          <p:nvSpPr>
            <p:cNvPr id="3" name="矩形 2">
              <a:extLst>
                <a:ext uri="{FF2B5EF4-FFF2-40B4-BE49-F238E27FC236}">
                  <a16:creationId xmlns:a16="http://schemas.microsoft.com/office/drawing/2014/main" id="{8759ECD4-D6AB-1436-CB8A-5AF912472CFB}"/>
                </a:ext>
              </a:extLst>
            </p:cNvPr>
            <p:cNvSpPr/>
            <p:nvPr/>
          </p:nvSpPr>
          <p:spPr>
            <a:xfrm>
              <a:off x="708321" y="2605585"/>
              <a:ext cx="2730916" cy="3422301"/>
            </a:xfrm>
            <a:prstGeom prst="rect">
              <a:avLst/>
            </a:prstGeom>
            <a:solidFill>
              <a:schemeClr val="bg1">
                <a:alpha val="88000"/>
              </a:schemeClr>
            </a:solidFill>
            <a:ln w="6350">
              <a:gradFill>
                <a:gsLst>
                  <a:gs pos="0">
                    <a:srgbClr val="2D5293">
                      <a:alpha val="84000"/>
                    </a:srgbClr>
                  </a:gs>
                  <a:gs pos="46000">
                    <a:schemeClr val="accent1">
                      <a:lumMod val="45000"/>
                      <a:lumOff val="55000"/>
                    </a:schemeClr>
                  </a:gs>
                  <a:gs pos="100000">
                    <a:srgbClr val="1F3764">
                      <a:alpha val="82000"/>
                    </a:srgb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a:extLst>
                <a:ext uri="{FF2B5EF4-FFF2-40B4-BE49-F238E27FC236}">
                  <a16:creationId xmlns:a16="http://schemas.microsoft.com/office/drawing/2014/main" id="{98F6D516-201E-FB4F-A15A-03BE337541D0}"/>
                </a:ext>
              </a:extLst>
            </p:cNvPr>
            <p:cNvSpPr/>
            <p:nvPr/>
          </p:nvSpPr>
          <p:spPr>
            <a:xfrm>
              <a:off x="674493" y="2510471"/>
              <a:ext cx="2730634" cy="3422301"/>
            </a:xfrm>
            <a:prstGeom prst="rect">
              <a:avLst/>
            </a:prstGeom>
            <a:solidFill>
              <a:schemeClr val="bg1">
                <a:alpha val="88000"/>
              </a:schemeClr>
            </a:solidFill>
            <a:ln w="6350">
              <a:gradFill>
                <a:gsLst>
                  <a:gs pos="0">
                    <a:srgbClr val="2D5293">
                      <a:alpha val="84000"/>
                    </a:srgbClr>
                  </a:gs>
                  <a:gs pos="46000">
                    <a:schemeClr val="accent1">
                      <a:lumMod val="45000"/>
                      <a:lumOff val="55000"/>
                    </a:schemeClr>
                  </a:gs>
                  <a:gs pos="100000">
                    <a:srgbClr val="1F3764">
                      <a:alpha val="31162"/>
                    </a:srgb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81243633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91647152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项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22119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5280256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2026/7/18</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2009299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2026/7/18</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4224229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53067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3457156"/>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5" r:id="rId4"/>
  </p:sldLayoutIdLst>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2795340"/>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hyperlink" Target="https://ibaotu.com/ppt/" TargetMode="External"/><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13.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20"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19" Type="http://schemas.openxmlformats.org/officeDocument/2006/relationships/customXml" Target="../ink/ink1.xml"/><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AD63BC3-7280-F442-BD82-148EC9BBD1BB}"/>
              </a:ext>
            </a:extLst>
          </p:cNvPr>
          <p:cNvSpPr txBox="1"/>
          <p:nvPr/>
        </p:nvSpPr>
        <p:spPr>
          <a:xfrm>
            <a:off x="2780445" y="1047918"/>
            <a:ext cx="5275333" cy="1862048"/>
          </a:xfrm>
          <a:prstGeom prst="rect">
            <a:avLst/>
          </a:prstGeom>
          <a:noFill/>
        </p:spPr>
        <p:txBody>
          <a:bodyPr wrap="square" rtlCol="0">
            <a:spAutoFit/>
          </a:bodyPr>
          <a:lstStyle/>
          <a:p>
            <a:pPr algn="dist"/>
            <a:r>
              <a:rPr kumimoji="1" lang="zh-CN" altLang="en-US" sz="8000" dirty="0">
                <a:gradFill flip="none" rotWithShape="1">
                  <a:gsLst>
                    <a:gs pos="0">
                      <a:srgbClr val="2D5293"/>
                    </a:gs>
                    <a:gs pos="73000">
                      <a:srgbClr val="1F3764"/>
                    </a:gs>
                  </a:gsLst>
                  <a:lin ang="2700000" scaled="1"/>
                  <a:tileRect/>
                </a:gradFill>
                <a:effectLst>
                  <a:outerShdw blurRad="76200" dist="1016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积聚</a:t>
            </a:r>
            <a:r>
              <a:rPr kumimoji="1" lang="zh-CN" altLang="en-US" sz="11500" dirty="0">
                <a:gradFill flip="none" rotWithShape="1">
                  <a:gsLst>
                    <a:gs pos="0">
                      <a:srgbClr val="2D5293"/>
                    </a:gs>
                    <a:gs pos="73000">
                      <a:srgbClr val="1F3764"/>
                    </a:gs>
                  </a:gsLst>
                  <a:lin ang="2700000" scaled="1"/>
                  <a:tileRect/>
                </a:gradFill>
                <a:effectLst>
                  <a:outerShdw blurRad="76200" dist="1016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力量</a:t>
            </a:r>
            <a:endParaRPr kumimoji="1" lang="zh-CN" altLang="en-US" sz="5400" dirty="0">
              <a:gradFill flip="none" rotWithShape="1">
                <a:gsLst>
                  <a:gs pos="0">
                    <a:srgbClr val="2D5293"/>
                  </a:gs>
                  <a:gs pos="73000">
                    <a:srgbClr val="1F3764"/>
                  </a:gs>
                </a:gsLst>
                <a:lin ang="2700000" scaled="1"/>
                <a:tileRect/>
              </a:gradFill>
              <a:effectLst>
                <a:outerShdw blurRad="76200" dist="101600" dir="2700000" algn="tl" rotWithShape="0">
                  <a:srgbClr val="1F3764">
                    <a:alpha val="20000"/>
                  </a:srgbClr>
                </a:outerShdw>
              </a:effectLst>
              <a:latin typeface="+mj-ea"/>
              <a:ea typeface="+mj-ea"/>
            </a:endParaRPr>
          </a:p>
        </p:txBody>
      </p:sp>
      <p:sp>
        <p:nvSpPr>
          <p:cNvPr id="25" name="任意形状 24">
            <a:extLst>
              <a:ext uri="{FF2B5EF4-FFF2-40B4-BE49-F238E27FC236}">
                <a16:creationId xmlns:a16="http://schemas.microsoft.com/office/drawing/2014/main" id="{3B5DE932-EAA8-E187-684C-ED248FD96B1B}"/>
              </a:ext>
            </a:extLst>
          </p:cNvPr>
          <p:cNvSpPr/>
          <p:nvPr/>
        </p:nvSpPr>
        <p:spPr>
          <a:xfrm rot="10800000">
            <a:off x="10898211" y="6030730"/>
            <a:ext cx="889436" cy="525694"/>
          </a:xfrm>
          <a:custGeom>
            <a:avLst/>
            <a:gdLst>
              <a:gd name="connsiteX0" fmla="*/ 532792 w 979832"/>
              <a:gd name="connsiteY0" fmla="*/ 91441 h 579122"/>
              <a:gd name="connsiteX1" fmla="*/ 426720 w 979832"/>
              <a:gd name="connsiteY1" fmla="*/ 91441 h 579122"/>
              <a:gd name="connsiteX2" fmla="*/ 479756 w 979832"/>
              <a:gd name="connsiteY2" fmla="*/ 0 h 579122"/>
              <a:gd name="connsiteX3" fmla="*/ 979832 w 979832"/>
              <a:gd name="connsiteY3" fmla="*/ 91441 h 579122"/>
              <a:gd name="connsiteX4" fmla="*/ 873760 w 979832"/>
              <a:gd name="connsiteY4" fmla="*/ 91441 h 579122"/>
              <a:gd name="connsiteX5" fmla="*/ 926796 w 979832"/>
              <a:gd name="connsiteY5" fmla="*/ 0 h 579122"/>
              <a:gd name="connsiteX6" fmla="*/ 106072 w 979832"/>
              <a:gd name="connsiteY6" fmla="*/ 91442 h 579122"/>
              <a:gd name="connsiteX7" fmla="*/ 0 w 979832"/>
              <a:gd name="connsiteY7" fmla="*/ 91442 h 579122"/>
              <a:gd name="connsiteX8" fmla="*/ 53036 w 979832"/>
              <a:gd name="connsiteY8" fmla="*/ 1 h 579122"/>
              <a:gd name="connsiteX9" fmla="*/ 319432 w 979832"/>
              <a:gd name="connsiteY9" fmla="*/ 91442 h 579122"/>
              <a:gd name="connsiteX10" fmla="*/ 213360 w 979832"/>
              <a:gd name="connsiteY10" fmla="*/ 91442 h 579122"/>
              <a:gd name="connsiteX11" fmla="*/ 266396 w 979832"/>
              <a:gd name="connsiteY11" fmla="*/ 1 h 579122"/>
              <a:gd name="connsiteX12" fmla="*/ 756312 w 979832"/>
              <a:gd name="connsiteY12" fmla="*/ 91442 h 579122"/>
              <a:gd name="connsiteX13" fmla="*/ 650240 w 979832"/>
              <a:gd name="connsiteY13" fmla="*/ 91442 h 579122"/>
              <a:gd name="connsiteX14" fmla="*/ 703276 w 979832"/>
              <a:gd name="connsiteY14" fmla="*/ 1 h 579122"/>
              <a:gd name="connsiteX15" fmla="*/ 532792 w 979832"/>
              <a:gd name="connsiteY15" fmla="*/ 254001 h 579122"/>
              <a:gd name="connsiteX16" fmla="*/ 426720 w 979832"/>
              <a:gd name="connsiteY16" fmla="*/ 254001 h 579122"/>
              <a:gd name="connsiteX17" fmla="*/ 479756 w 979832"/>
              <a:gd name="connsiteY17" fmla="*/ 162560 h 579122"/>
              <a:gd name="connsiteX18" fmla="*/ 979832 w 979832"/>
              <a:gd name="connsiteY18" fmla="*/ 254001 h 579122"/>
              <a:gd name="connsiteX19" fmla="*/ 873760 w 979832"/>
              <a:gd name="connsiteY19" fmla="*/ 254001 h 579122"/>
              <a:gd name="connsiteX20" fmla="*/ 926796 w 979832"/>
              <a:gd name="connsiteY20" fmla="*/ 162560 h 579122"/>
              <a:gd name="connsiteX21" fmla="*/ 106072 w 979832"/>
              <a:gd name="connsiteY21" fmla="*/ 254002 h 579122"/>
              <a:gd name="connsiteX22" fmla="*/ 0 w 979832"/>
              <a:gd name="connsiteY22" fmla="*/ 254002 h 579122"/>
              <a:gd name="connsiteX23" fmla="*/ 53036 w 979832"/>
              <a:gd name="connsiteY23" fmla="*/ 162561 h 579122"/>
              <a:gd name="connsiteX24" fmla="*/ 319432 w 979832"/>
              <a:gd name="connsiteY24" fmla="*/ 254002 h 579122"/>
              <a:gd name="connsiteX25" fmla="*/ 213360 w 979832"/>
              <a:gd name="connsiteY25" fmla="*/ 254002 h 579122"/>
              <a:gd name="connsiteX26" fmla="*/ 266396 w 979832"/>
              <a:gd name="connsiteY26" fmla="*/ 162561 h 579122"/>
              <a:gd name="connsiteX27" fmla="*/ 756312 w 979832"/>
              <a:gd name="connsiteY27" fmla="*/ 254002 h 579122"/>
              <a:gd name="connsiteX28" fmla="*/ 650240 w 979832"/>
              <a:gd name="connsiteY28" fmla="*/ 254002 h 579122"/>
              <a:gd name="connsiteX29" fmla="*/ 703276 w 979832"/>
              <a:gd name="connsiteY29" fmla="*/ 162561 h 579122"/>
              <a:gd name="connsiteX30" fmla="*/ 532792 w 979832"/>
              <a:gd name="connsiteY30" fmla="*/ 416561 h 579122"/>
              <a:gd name="connsiteX31" fmla="*/ 426720 w 979832"/>
              <a:gd name="connsiteY31" fmla="*/ 416561 h 579122"/>
              <a:gd name="connsiteX32" fmla="*/ 479756 w 979832"/>
              <a:gd name="connsiteY32" fmla="*/ 325120 h 579122"/>
              <a:gd name="connsiteX33" fmla="*/ 979832 w 979832"/>
              <a:gd name="connsiteY33" fmla="*/ 416561 h 579122"/>
              <a:gd name="connsiteX34" fmla="*/ 873760 w 979832"/>
              <a:gd name="connsiteY34" fmla="*/ 416561 h 579122"/>
              <a:gd name="connsiteX35" fmla="*/ 926796 w 979832"/>
              <a:gd name="connsiteY35" fmla="*/ 325120 h 579122"/>
              <a:gd name="connsiteX36" fmla="*/ 106072 w 979832"/>
              <a:gd name="connsiteY36" fmla="*/ 416562 h 579122"/>
              <a:gd name="connsiteX37" fmla="*/ 0 w 979832"/>
              <a:gd name="connsiteY37" fmla="*/ 416562 h 579122"/>
              <a:gd name="connsiteX38" fmla="*/ 53036 w 979832"/>
              <a:gd name="connsiteY38" fmla="*/ 325121 h 579122"/>
              <a:gd name="connsiteX39" fmla="*/ 319432 w 979832"/>
              <a:gd name="connsiteY39" fmla="*/ 416562 h 579122"/>
              <a:gd name="connsiteX40" fmla="*/ 213360 w 979832"/>
              <a:gd name="connsiteY40" fmla="*/ 416562 h 579122"/>
              <a:gd name="connsiteX41" fmla="*/ 266396 w 979832"/>
              <a:gd name="connsiteY41" fmla="*/ 325121 h 579122"/>
              <a:gd name="connsiteX42" fmla="*/ 756312 w 979832"/>
              <a:gd name="connsiteY42" fmla="*/ 416562 h 579122"/>
              <a:gd name="connsiteX43" fmla="*/ 650240 w 979832"/>
              <a:gd name="connsiteY43" fmla="*/ 416562 h 579122"/>
              <a:gd name="connsiteX44" fmla="*/ 703276 w 979832"/>
              <a:gd name="connsiteY44" fmla="*/ 325121 h 579122"/>
              <a:gd name="connsiteX45" fmla="*/ 532792 w 979832"/>
              <a:gd name="connsiteY45" fmla="*/ 579121 h 579122"/>
              <a:gd name="connsiteX46" fmla="*/ 426720 w 979832"/>
              <a:gd name="connsiteY46" fmla="*/ 579121 h 579122"/>
              <a:gd name="connsiteX47" fmla="*/ 479756 w 979832"/>
              <a:gd name="connsiteY47" fmla="*/ 487680 h 579122"/>
              <a:gd name="connsiteX48" fmla="*/ 979832 w 979832"/>
              <a:gd name="connsiteY48" fmla="*/ 579121 h 579122"/>
              <a:gd name="connsiteX49" fmla="*/ 873760 w 979832"/>
              <a:gd name="connsiteY49" fmla="*/ 579121 h 579122"/>
              <a:gd name="connsiteX50" fmla="*/ 926796 w 979832"/>
              <a:gd name="connsiteY50" fmla="*/ 487680 h 579122"/>
              <a:gd name="connsiteX51" fmla="*/ 106072 w 979832"/>
              <a:gd name="connsiteY51" fmla="*/ 579122 h 579122"/>
              <a:gd name="connsiteX52" fmla="*/ 0 w 979832"/>
              <a:gd name="connsiteY52" fmla="*/ 579122 h 579122"/>
              <a:gd name="connsiteX53" fmla="*/ 53036 w 979832"/>
              <a:gd name="connsiteY53" fmla="*/ 487681 h 579122"/>
              <a:gd name="connsiteX54" fmla="*/ 319432 w 979832"/>
              <a:gd name="connsiteY54" fmla="*/ 579122 h 579122"/>
              <a:gd name="connsiteX55" fmla="*/ 213360 w 979832"/>
              <a:gd name="connsiteY55" fmla="*/ 579122 h 579122"/>
              <a:gd name="connsiteX56" fmla="*/ 266396 w 979832"/>
              <a:gd name="connsiteY56" fmla="*/ 487681 h 579122"/>
              <a:gd name="connsiteX57" fmla="*/ 756312 w 979832"/>
              <a:gd name="connsiteY57" fmla="*/ 579122 h 579122"/>
              <a:gd name="connsiteX58" fmla="*/ 650240 w 979832"/>
              <a:gd name="connsiteY58" fmla="*/ 579122 h 579122"/>
              <a:gd name="connsiteX59" fmla="*/ 703276 w 979832"/>
              <a:gd name="connsiteY59" fmla="*/ 487681 h 579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9832" h="579122">
                <a:moveTo>
                  <a:pt x="532792" y="91441"/>
                </a:moveTo>
                <a:lnTo>
                  <a:pt x="426720" y="91441"/>
                </a:lnTo>
                <a:lnTo>
                  <a:pt x="479756" y="0"/>
                </a:lnTo>
                <a:close/>
                <a:moveTo>
                  <a:pt x="979832" y="91441"/>
                </a:moveTo>
                <a:lnTo>
                  <a:pt x="873760" y="91441"/>
                </a:lnTo>
                <a:lnTo>
                  <a:pt x="926796" y="0"/>
                </a:lnTo>
                <a:close/>
                <a:moveTo>
                  <a:pt x="106072" y="91442"/>
                </a:moveTo>
                <a:lnTo>
                  <a:pt x="0" y="91442"/>
                </a:lnTo>
                <a:lnTo>
                  <a:pt x="53036" y="1"/>
                </a:lnTo>
                <a:close/>
                <a:moveTo>
                  <a:pt x="319432" y="91442"/>
                </a:moveTo>
                <a:lnTo>
                  <a:pt x="213360" y="91442"/>
                </a:lnTo>
                <a:lnTo>
                  <a:pt x="266396" y="1"/>
                </a:lnTo>
                <a:close/>
                <a:moveTo>
                  <a:pt x="756312" y="91442"/>
                </a:moveTo>
                <a:lnTo>
                  <a:pt x="650240" y="91442"/>
                </a:lnTo>
                <a:lnTo>
                  <a:pt x="703276" y="1"/>
                </a:lnTo>
                <a:close/>
                <a:moveTo>
                  <a:pt x="532792" y="254001"/>
                </a:moveTo>
                <a:lnTo>
                  <a:pt x="426720" y="254001"/>
                </a:lnTo>
                <a:lnTo>
                  <a:pt x="479756" y="162560"/>
                </a:lnTo>
                <a:close/>
                <a:moveTo>
                  <a:pt x="979832" y="254001"/>
                </a:moveTo>
                <a:lnTo>
                  <a:pt x="873760" y="254001"/>
                </a:lnTo>
                <a:lnTo>
                  <a:pt x="926796" y="162560"/>
                </a:lnTo>
                <a:close/>
                <a:moveTo>
                  <a:pt x="106072" y="254002"/>
                </a:moveTo>
                <a:lnTo>
                  <a:pt x="0" y="254002"/>
                </a:lnTo>
                <a:lnTo>
                  <a:pt x="53036" y="162561"/>
                </a:lnTo>
                <a:close/>
                <a:moveTo>
                  <a:pt x="319432" y="254002"/>
                </a:moveTo>
                <a:lnTo>
                  <a:pt x="213360" y="254002"/>
                </a:lnTo>
                <a:lnTo>
                  <a:pt x="266396" y="162561"/>
                </a:lnTo>
                <a:close/>
                <a:moveTo>
                  <a:pt x="756312" y="254002"/>
                </a:moveTo>
                <a:lnTo>
                  <a:pt x="650240" y="254002"/>
                </a:lnTo>
                <a:lnTo>
                  <a:pt x="703276" y="162561"/>
                </a:lnTo>
                <a:close/>
                <a:moveTo>
                  <a:pt x="532792" y="416561"/>
                </a:moveTo>
                <a:lnTo>
                  <a:pt x="426720" y="416561"/>
                </a:lnTo>
                <a:lnTo>
                  <a:pt x="479756" y="325120"/>
                </a:lnTo>
                <a:close/>
                <a:moveTo>
                  <a:pt x="979832" y="416561"/>
                </a:moveTo>
                <a:lnTo>
                  <a:pt x="873760" y="416561"/>
                </a:lnTo>
                <a:lnTo>
                  <a:pt x="926796" y="325120"/>
                </a:lnTo>
                <a:close/>
                <a:moveTo>
                  <a:pt x="106072" y="416562"/>
                </a:moveTo>
                <a:lnTo>
                  <a:pt x="0" y="416562"/>
                </a:lnTo>
                <a:lnTo>
                  <a:pt x="53036" y="325121"/>
                </a:lnTo>
                <a:close/>
                <a:moveTo>
                  <a:pt x="319432" y="416562"/>
                </a:moveTo>
                <a:lnTo>
                  <a:pt x="213360" y="416562"/>
                </a:lnTo>
                <a:lnTo>
                  <a:pt x="266396" y="325121"/>
                </a:lnTo>
                <a:close/>
                <a:moveTo>
                  <a:pt x="756312" y="416562"/>
                </a:moveTo>
                <a:lnTo>
                  <a:pt x="650240" y="416562"/>
                </a:lnTo>
                <a:lnTo>
                  <a:pt x="703276" y="325121"/>
                </a:lnTo>
                <a:close/>
                <a:moveTo>
                  <a:pt x="532792" y="579121"/>
                </a:moveTo>
                <a:lnTo>
                  <a:pt x="426720" y="579121"/>
                </a:lnTo>
                <a:lnTo>
                  <a:pt x="479756" y="487680"/>
                </a:lnTo>
                <a:close/>
                <a:moveTo>
                  <a:pt x="979832" y="579121"/>
                </a:moveTo>
                <a:lnTo>
                  <a:pt x="873760" y="579121"/>
                </a:lnTo>
                <a:lnTo>
                  <a:pt x="926796" y="487680"/>
                </a:lnTo>
                <a:close/>
                <a:moveTo>
                  <a:pt x="106072" y="579122"/>
                </a:moveTo>
                <a:lnTo>
                  <a:pt x="0" y="579122"/>
                </a:lnTo>
                <a:lnTo>
                  <a:pt x="53036" y="487681"/>
                </a:lnTo>
                <a:close/>
                <a:moveTo>
                  <a:pt x="319432" y="579122"/>
                </a:moveTo>
                <a:lnTo>
                  <a:pt x="213360" y="579122"/>
                </a:lnTo>
                <a:lnTo>
                  <a:pt x="266396" y="487681"/>
                </a:lnTo>
                <a:close/>
                <a:moveTo>
                  <a:pt x="756312" y="579122"/>
                </a:moveTo>
                <a:lnTo>
                  <a:pt x="650240" y="579122"/>
                </a:lnTo>
                <a:lnTo>
                  <a:pt x="703276" y="48768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4" name="文本框 3">
            <a:extLst>
              <a:ext uri="{FF2B5EF4-FFF2-40B4-BE49-F238E27FC236}">
                <a16:creationId xmlns:a16="http://schemas.microsoft.com/office/drawing/2014/main" id="{B5C4D7F4-BE28-6541-9306-8A639DD444CD}"/>
              </a:ext>
            </a:extLst>
          </p:cNvPr>
          <p:cNvSpPr txBox="1"/>
          <p:nvPr/>
        </p:nvSpPr>
        <p:spPr>
          <a:xfrm>
            <a:off x="2910687" y="2888681"/>
            <a:ext cx="2886198" cy="711220"/>
          </a:xfrm>
          <a:prstGeom prst="rect">
            <a:avLst/>
          </a:prstGeom>
          <a:noFill/>
        </p:spPr>
        <p:txBody>
          <a:bodyPr wrap="square" rtlCol="0">
            <a:spAutoFit/>
          </a:bodyPr>
          <a:lstStyle/>
          <a:p>
            <a:pPr>
              <a:lnSpc>
                <a:spcPct val="150000"/>
              </a:lnSpc>
            </a:pPr>
            <a:r>
              <a:rPr kumimoji="1" lang="en" altLang="zh-CN" sz="700" dirty="0">
                <a:solidFill>
                  <a:schemeClr val="bg1"/>
                </a:solidFill>
                <a:latin typeface="+mn-ea"/>
              </a:rPr>
              <a:t>YOUR CONTENT IS ENTERED HERE, OR BY COPYING YOUR TEXT, SELECT PASTE IN THIS BOX AND CHOOSE TO RETAIN ONLY TEXT. YOUR CONTENT IS TYPED HERE, OR BY COPYING YOUR TEXT, SELECT PASTE IN THIS BOX.</a:t>
            </a:r>
          </a:p>
        </p:txBody>
      </p:sp>
      <p:sp>
        <p:nvSpPr>
          <p:cNvPr id="3" name="文本框 2">
            <a:extLst>
              <a:ext uri="{FF2B5EF4-FFF2-40B4-BE49-F238E27FC236}">
                <a16:creationId xmlns:a16="http://schemas.microsoft.com/office/drawing/2014/main" id="{BA469EFE-6AD3-8642-B38E-9B89C8340B9F}"/>
              </a:ext>
            </a:extLst>
          </p:cNvPr>
          <p:cNvSpPr txBox="1"/>
          <p:nvPr/>
        </p:nvSpPr>
        <p:spPr>
          <a:xfrm>
            <a:off x="1663198" y="3842408"/>
            <a:ext cx="9290074" cy="1446550"/>
          </a:xfrm>
          <a:prstGeom prst="rect">
            <a:avLst/>
          </a:prstGeom>
          <a:noFill/>
        </p:spPr>
        <p:txBody>
          <a:bodyPr wrap="square" rtlCol="0">
            <a:spAutoFit/>
          </a:bodyPr>
          <a:lstStyle/>
          <a:p>
            <a:pPr algn="dist"/>
            <a:r>
              <a:rPr kumimoji="1" lang="en-US" altLang="zh-CN" sz="8800" dirty="0">
                <a:gradFill flip="none" rotWithShape="1">
                  <a:gsLst>
                    <a:gs pos="45000">
                      <a:schemeClr val="bg1"/>
                    </a:gs>
                    <a:gs pos="64000">
                      <a:schemeClr val="bg1">
                        <a:alpha val="0"/>
                      </a:schemeClr>
                    </a:gs>
                  </a:gsLst>
                  <a:lin ang="5400000" scaled="1"/>
                  <a:tileRect/>
                </a:gradFill>
                <a:latin typeface="ZhenyanGB" panose="02010600030101010101" pitchFamily="2" charset="-122"/>
                <a:ea typeface="ZhenyanGB" panose="02010600030101010101" pitchFamily="2" charset="-122"/>
              </a:rPr>
              <a:t>2O2X</a:t>
            </a:r>
            <a:r>
              <a:rPr kumimoji="1" lang="zh-CN" altLang="en-US" sz="8800" dirty="0">
                <a:gradFill flip="none" rotWithShape="1">
                  <a:gsLst>
                    <a:gs pos="45000">
                      <a:schemeClr val="bg1"/>
                    </a:gs>
                    <a:gs pos="64000">
                      <a:schemeClr val="bg1">
                        <a:alpha val="0"/>
                      </a:schemeClr>
                    </a:gs>
                  </a:gsLst>
                  <a:lin ang="5400000" scaled="1"/>
                  <a:tileRect/>
                </a:gradFill>
                <a:latin typeface="ZhenyanGB" panose="02010600030101010101" pitchFamily="2" charset="-122"/>
                <a:ea typeface="ZhenyanGB" panose="02010600030101010101" pitchFamily="2" charset="-122"/>
              </a:rPr>
              <a:t> </a:t>
            </a:r>
            <a:r>
              <a:rPr kumimoji="1" lang="en-US" altLang="zh-CN" sz="8800" dirty="0">
                <a:gradFill flip="none" rotWithShape="1">
                  <a:gsLst>
                    <a:gs pos="45000">
                      <a:schemeClr val="bg1"/>
                    </a:gs>
                    <a:gs pos="64000">
                      <a:schemeClr val="bg1">
                        <a:alpha val="0"/>
                      </a:schemeClr>
                    </a:gs>
                  </a:gsLst>
                  <a:lin ang="5400000" scaled="1"/>
                  <a:tileRect/>
                </a:gradFill>
                <a:latin typeface="ZhenyanGB" panose="02010600030101010101" pitchFamily="2" charset="-122"/>
                <a:ea typeface="ZhenyanGB" panose="02010600030101010101" pitchFamily="2" charset="-122"/>
              </a:rPr>
              <a:t>BUSINESS</a:t>
            </a:r>
            <a:endParaRPr kumimoji="1" lang="zh-CN" altLang="en-US" sz="8800" dirty="0">
              <a:gradFill flip="none" rotWithShape="1">
                <a:gsLst>
                  <a:gs pos="45000">
                    <a:schemeClr val="bg1"/>
                  </a:gs>
                  <a:gs pos="64000">
                    <a:schemeClr val="bg1">
                      <a:alpha val="0"/>
                    </a:schemeClr>
                  </a:gs>
                </a:gsLst>
                <a:lin ang="5400000" scaled="1"/>
                <a:tileRect/>
              </a:gradFill>
              <a:latin typeface="ZhenyanGB" panose="02010600030101010101" pitchFamily="2" charset="-122"/>
              <a:ea typeface="ZhenyanGB" panose="02010600030101010101" pitchFamily="2" charset="-122"/>
            </a:endParaRPr>
          </a:p>
        </p:txBody>
      </p:sp>
      <p:grpSp>
        <p:nvGrpSpPr>
          <p:cNvPr id="38" name="组合 37">
            <a:extLst>
              <a:ext uri="{FF2B5EF4-FFF2-40B4-BE49-F238E27FC236}">
                <a16:creationId xmlns:a16="http://schemas.microsoft.com/office/drawing/2014/main" id="{CE7AE682-EEA0-9DFB-B843-13E94D3917D2}"/>
              </a:ext>
            </a:extLst>
          </p:cNvPr>
          <p:cNvGrpSpPr/>
          <p:nvPr/>
        </p:nvGrpSpPr>
        <p:grpSpPr>
          <a:xfrm>
            <a:off x="0" y="0"/>
            <a:ext cx="2912094" cy="6858010"/>
            <a:chOff x="0" y="0"/>
            <a:chExt cx="2912094" cy="6858010"/>
          </a:xfrm>
        </p:grpSpPr>
        <p:sp>
          <p:nvSpPr>
            <p:cNvPr id="12" name="任意形状 11">
              <a:extLst>
                <a:ext uri="{FF2B5EF4-FFF2-40B4-BE49-F238E27FC236}">
                  <a16:creationId xmlns:a16="http://schemas.microsoft.com/office/drawing/2014/main" id="{BECDB54B-5D93-FDA3-E8DB-8C19311AAAC8}"/>
                </a:ext>
              </a:extLst>
            </p:cNvPr>
            <p:cNvSpPr/>
            <p:nvPr/>
          </p:nvSpPr>
          <p:spPr>
            <a:xfrm rot="5400000">
              <a:off x="-1932286" y="2098335"/>
              <a:ext cx="6858000" cy="2661340"/>
            </a:xfrm>
            <a:custGeom>
              <a:avLst/>
              <a:gdLst>
                <a:gd name="connsiteX0" fmla="*/ 0 w 6858000"/>
                <a:gd name="connsiteY0" fmla="*/ 3657600 h 3657600"/>
                <a:gd name="connsiteX1" fmla="*/ 0 w 6858000"/>
                <a:gd name="connsiteY1" fmla="*/ 0 h 3657600"/>
                <a:gd name="connsiteX2" fmla="*/ 6858000 w 6858000"/>
                <a:gd name="connsiteY2" fmla="*/ 2992582 h 3657600"/>
                <a:gd name="connsiteX3" fmla="*/ 6858000 w 6858000"/>
                <a:gd name="connsiteY3" fmla="*/ 3657600 h 3657600"/>
              </a:gdLst>
              <a:ahLst/>
              <a:cxnLst>
                <a:cxn ang="0">
                  <a:pos x="connsiteX0" y="connsiteY0"/>
                </a:cxn>
                <a:cxn ang="0">
                  <a:pos x="connsiteX1" y="connsiteY1"/>
                </a:cxn>
                <a:cxn ang="0">
                  <a:pos x="connsiteX2" y="connsiteY2"/>
                </a:cxn>
                <a:cxn ang="0">
                  <a:pos x="connsiteX3" y="connsiteY3"/>
                </a:cxn>
              </a:cxnLst>
              <a:rect l="l" t="t" r="r" b="b"/>
              <a:pathLst>
                <a:path w="6858000" h="3657600">
                  <a:moveTo>
                    <a:pt x="0" y="3657600"/>
                  </a:moveTo>
                  <a:lnTo>
                    <a:pt x="0" y="0"/>
                  </a:lnTo>
                  <a:lnTo>
                    <a:pt x="6858000" y="2992582"/>
                  </a:lnTo>
                  <a:lnTo>
                    <a:pt x="6858000" y="365760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0" name="任意形状 9">
              <a:extLst>
                <a:ext uri="{FF2B5EF4-FFF2-40B4-BE49-F238E27FC236}">
                  <a16:creationId xmlns:a16="http://schemas.microsoft.com/office/drawing/2014/main" id="{BD6E9B8D-328F-8502-DD38-6EDD2DED06E2}"/>
                </a:ext>
              </a:extLst>
            </p:cNvPr>
            <p:cNvSpPr/>
            <p:nvPr/>
          </p:nvSpPr>
          <p:spPr>
            <a:xfrm rot="5400000">
              <a:off x="-2320108" y="2320113"/>
              <a:ext cx="6858000" cy="2217783"/>
            </a:xfrm>
            <a:custGeom>
              <a:avLst/>
              <a:gdLst>
                <a:gd name="connsiteX0" fmla="*/ 0 w 6858000"/>
                <a:gd name="connsiteY0" fmla="*/ 3048000 h 3048000"/>
                <a:gd name="connsiteX1" fmla="*/ 0 w 6858000"/>
                <a:gd name="connsiteY1" fmla="*/ 0 h 3048000"/>
                <a:gd name="connsiteX2" fmla="*/ 6858000 w 6858000"/>
                <a:gd name="connsiteY2" fmla="*/ 2400700 h 3048000"/>
                <a:gd name="connsiteX3" fmla="*/ 6858000 w 6858000"/>
                <a:gd name="connsiteY3" fmla="*/ 3048000 h 3048000"/>
              </a:gdLst>
              <a:ahLst/>
              <a:cxnLst>
                <a:cxn ang="0">
                  <a:pos x="connsiteX0" y="connsiteY0"/>
                </a:cxn>
                <a:cxn ang="0">
                  <a:pos x="connsiteX1" y="connsiteY1"/>
                </a:cxn>
                <a:cxn ang="0">
                  <a:pos x="connsiteX2" y="connsiteY2"/>
                </a:cxn>
                <a:cxn ang="0">
                  <a:pos x="connsiteX3" y="connsiteY3"/>
                </a:cxn>
              </a:cxnLst>
              <a:rect l="l" t="t" r="r" b="b"/>
              <a:pathLst>
                <a:path w="6858000" h="3048000">
                  <a:moveTo>
                    <a:pt x="0" y="3048000"/>
                  </a:moveTo>
                  <a:lnTo>
                    <a:pt x="0" y="0"/>
                  </a:lnTo>
                  <a:lnTo>
                    <a:pt x="6858000" y="2400700"/>
                  </a:lnTo>
                  <a:lnTo>
                    <a:pt x="6858000" y="3048000"/>
                  </a:lnTo>
                  <a:close/>
                </a:path>
              </a:pathLst>
            </a:custGeom>
            <a:gradFill>
              <a:gsLst>
                <a:gs pos="0">
                  <a:schemeClr val="accent1">
                    <a:lumMod val="75000"/>
                  </a:schemeClr>
                </a:gs>
                <a:gs pos="100000">
                  <a:schemeClr val="accent1">
                    <a:lumMod val="5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4" name="任意形状 13">
              <a:extLst>
                <a:ext uri="{FF2B5EF4-FFF2-40B4-BE49-F238E27FC236}">
                  <a16:creationId xmlns:a16="http://schemas.microsoft.com/office/drawing/2014/main" id="{D5643E06-4F5C-A1B9-3477-91304DE39BCB}"/>
                </a:ext>
              </a:extLst>
            </p:cNvPr>
            <p:cNvSpPr/>
            <p:nvPr/>
          </p:nvSpPr>
          <p:spPr>
            <a:xfrm rot="5400000">
              <a:off x="-2563838" y="2564069"/>
              <a:ext cx="6858010" cy="1729872"/>
            </a:xfrm>
            <a:custGeom>
              <a:avLst/>
              <a:gdLst>
                <a:gd name="connsiteX0" fmla="*/ 0 w 6858010"/>
                <a:gd name="connsiteY0" fmla="*/ 2377442 h 2377442"/>
                <a:gd name="connsiteX1" fmla="*/ 0 w 6858010"/>
                <a:gd name="connsiteY1" fmla="*/ 1626345 h 2377442"/>
                <a:gd name="connsiteX2" fmla="*/ 1869932 w 6858010"/>
                <a:gd name="connsiteY2" fmla="*/ 0 h 2377442"/>
                <a:gd name="connsiteX3" fmla="*/ 6858010 w 6858010"/>
                <a:gd name="connsiteY3" fmla="*/ 2377442 h 2377442"/>
              </a:gdLst>
              <a:ahLst/>
              <a:cxnLst>
                <a:cxn ang="0">
                  <a:pos x="connsiteX0" y="connsiteY0"/>
                </a:cxn>
                <a:cxn ang="0">
                  <a:pos x="connsiteX1" y="connsiteY1"/>
                </a:cxn>
                <a:cxn ang="0">
                  <a:pos x="connsiteX2" y="connsiteY2"/>
                </a:cxn>
                <a:cxn ang="0">
                  <a:pos x="connsiteX3" y="connsiteY3"/>
                </a:cxn>
              </a:cxnLst>
              <a:rect l="l" t="t" r="r" b="b"/>
              <a:pathLst>
                <a:path w="6858010" h="2377442">
                  <a:moveTo>
                    <a:pt x="0" y="2377442"/>
                  </a:moveTo>
                  <a:lnTo>
                    <a:pt x="0" y="1626345"/>
                  </a:lnTo>
                  <a:lnTo>
                    <a:pt x="1869932" y="0"/>
                  </a:lnTo>
                  <a:lnTo>
                    <a:pt x="6858010" y="2377442"/>
                  </a:lnTo>
                  <a:close/>
                </a:path>
              </a:pathLst>
            </a:cu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pic>
          <p:nvPicPr>
            <p:cNvPr id="33" name="图片 32">
              <a:extLst>
                <a:ext uri="{FF2B5EF4-FFF2-40B4-BE49-F238E27FC236}">
                  <a16:creationId xmlns:a16="http://schemas.microsoft.com/office/drawing/2014/main" id="{AC6E60BC-C59E-5C7F-CE31-98DD45221AC5}"/>
                </a:ext>
              </a:extLst>
            </p:cNvPr>
            <p:cNvPicPr>
              <a:picLocks noChangeAspect="1"/>
            </p:cNvPicPr>
            <p:nvPr/>
          </p:nvPicPr>
          <p:blipFill>
            <a:blip r:embed="rId4"/>
            <a:stretch>
              <a:fillRect/>
            </a:stretch>
          </p:blipFill>
          <p:spPr>
            <a:xfrm>
              <a:off x="2486644" y="3587750"/>
              <a:ext cx="425450" cy="1174750"/>
            </a:xfrm>
            <a:prstGeom prst="rect">
              <a:avLst/>
            </a:prstGeom>
          </p:spPr>
        </p:pic>
      </p:grpSp>
      <p:sp>
        <p:nvSpPr>
          <p:cNvPr id="34" name="文本框 33">
            <a:extLst>
              <a:ext uri="{FF2B5EF4-FFF2-40B4-BE49-F238E27FC236}">
                <a16:creationId xmlns:a16="http://schemas.microsoft.com/office/drawing/2014/main" id="{5DAA1455-6948-A7CC-83AE-AB3E59F1B9A3}"/>
              </a:ext>
            </a:extLst>
          </p:cNvPr>
          <p:cNvSpPr txBox="1"/>
          <p:nvPr/>
        </p:nvSpPr>
        <p:spPr>
          <a:xfrm>
            <a:off x="5622878" y="2241450"/>
            <a:ext cx="5275333" cy="1862048"/>
          </a:xfrm>
          <a:prstGeom prst="rect">
            <a:avLst/>
          </a:prstGeom>
          <a:noFill/>
        </p:spPr>
        <p:txBody>
          <a:bodyPr wrap="square" rtlCol="0">
            <a:spAutoFit/>
          </a:bodyPr>
          <a:lstStyle/>
          <a:p>
            <a:pPr algn="dist"/>
            <a:r>
              <a:rPr kumimoji="1" lang="zh-CN" altLang="en-US" sz="8000" dirty="0">
                <a:gradFill flip="none" rotWithShape="1">
                  <a:gsLst>
                    <a:gs pos="0">
                      <a:srgbClr val="2D5293"/>
                    </a:gs>
                    <a:gs pos="73000">
                      <a:srgbClr val="1F3764"/>
                    </a:gs>
                  </a:gsLst>
                  <a:lin ang="2700000" scaled="1"/>
                  <a:tileRect/>
                </a:gradFill>
                <a:effectLst>
                  <a:outerShdw blurRad="76200" dist="1016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成就</a:t>
            </a:r>
            <a:r>
              <a:rPr kumimoji="1" lang="zh-CN" altLang="en-US" sz="11500" dirty="0">
                <a:gradFill flip="none" rotWithShape="1">
                  <a:gsLst>
                    <a:gs pos="0">
                      <a:srgbClr val="2D5293"/>
                    </a:gs>
                    <a:gs pos="73000">
                      <a:srgbClr val="1F3764"/>
                    </a:gs>
                  </a:gsLst>
                  <a:lin ang="2700000" scaled="1"/>
                  <a:tileRect/>
                </a:gradFill>
                <a:effectLst>
                  <a:outerShdw blurRad="76200" dist="1016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梦想</a:t>
            </a:r>
            <a:endParaRPr kumimoji="1" lang="zh-CN" altLang="en-US" sz="5400" dirty="0">
              <a:gradFill flip="none" rotWithShape="1">
                <a:gsLst>
                  <a:gs pos="0">
                    <a:srgbClr val="2D5293"/>
                  </a:gs>
                  <a:gs pos="73000">
                    <a:srgbClr val="1F3764"/>
                  </a:gs>
                </a:gsLst>
                <a:lin ang="2700000" scaled="1"/>
                <a:tileRect/>
              </a:gradFill>
              <a:effectLst>
                <a:outerShdw blurRad="76200" dist="101600" dir="2700000" algn="tl" rotWithShape="0">
                  <a:srgbClr val="1F3764">
                    <a:alpha val="20000"/>
                  </a:srgbClr>
                </a:outerShdw>
              </a:effectLst>
              <a:latin typeface="+mj-ea"/>
              <a:ea typeface="+mj-ea"/>
            </a:endParaRPr>
          </a:p>
        </p:txBody>
      </p:sp>
      <p:grpSp>
        <p:nvGrpSpPr>
          <p:cNvPr id="37" name="组合 36">
            <a:extLst>
              <a:ext uri="{FF2B5EF4-FFF2-40B4-BE49-F238E27FC236}">
                <a16:creationId xmlns:a16="http://schemas.microsoft.com/office/drawing/2014/main" id="{C77632D0-775D-FDC8-0E3F-33742BC0CC20}"/>
              </a:ext>
            </a:extLst>
          </p:cNvPr>
          <p:cNvGrpSpPr/>
          <p:nvPr/>
        </p:nvGrpSpPr>
        <p:grpSpPr>
          <a:xfrm>
            <a:off x="8299313" y="1071816"/>
            <a:ext cx="2723823" cy="1241273"/>
            <a:chOff x="8305193" y="-2251881"/>
            <a:chExt cx="2723823" cy="1241273"/>
          </a:xfrm>
        </p:grpSpPr>
        <p:sp>
          <p:nvSpPr>
            <p:cNvPr id="35" name="文本框 34">
              <a:extLst>
                <a:ext uri="{FF2B5EF4-FFF2-40B4-BE49-F238E27FC236}">
                  <a16:creationId xmlns:a16="http://schemas.microsoft.com/office/drawing/2014/main" id="{C95BAECD-CAAA-D9B9-3CE1-BAFD9919A214}"/>
                </a:ext>
              </a:extLst>
            </p:cNvPr>
            <p:cNvSpPr txBox="1"/>
            <p:nvPr/>
          </p:nvSpPr>
          <p:spPr>
            <a:xfrm>
              <a:off x="8305193" y="-2251881"/>
              <a:ext cx="2723823" cy="1200329"/>
            </a:xfrm>
            <a:prstGeom prst="rect">
              <a:avLst/>
            </a:prstGeom>
            <a:noFill/>
          </p:spPr>
          <p:txBody>
            <a:bodyPr wrap="none" rtlCol="0">
              <a:spAutoFit/>
            </a:bodyPr>
            <a:lstStyle/>
            <a:p>
              <a:r>
                <a:rPr kumimoji="1" lang="en-US" altLang="zh-CN" sz="7200" dirty="0">
                  <a:solidFill>
                    <a:schemeClr val="bg1"/>
                  </a:solidFill>
                  <a:latin typeface="思源宋体 CN Heavy" panose="02020900000000000000" pitchFamily="18" charset="-122"/>
                  <a:ea typeface="思源宋体 CN Heavy" panose="02020900000000000000" pitchFamily="18" charset="-122"/>
                </a:rPr>
                <a:t>2O2X</a:t>
              </a:r>
              <a:endParaRPr kumimoji="1" lang="zh-CN" altLang="en-US" sz="7200" dirty="0">
                <a:solidFill>
                  <a:schemeClr val="bg1"/>
                </a:solidFill>
                <a:latin typeface="思源宋体 CN Heavy" panose="02020900000000000000" pitchFamily="18" charset="-122"/>
                <a:ea typeface="思源宋体 CN Heavy" panose="02020900000000000000" pitchFamily="18" charset="-122"/>
              </a:endParaRPr>
            </a:p>
          </p:txBody>
        </p:sp>
        <p:sp>
          <p:nvSpPr>
            <p:cNvPr id="36" name="文本框 35">
              <a:extLst>
                <a:ext uri="{FF2B5EF4-FFF2-40B4-BE49-F238E27FC236}">
                  <a16:creationId xmlns:a16="http://schemas.microsoft.com/office/drawing/2014/main" id="{1C6372A2-9B99-B25D-0AC4-B55DD06BAD6A}"/>
                </a:ext>
              </a:extLst>
            </p:cNvPr>
            <p:cNvSpPr txBox="1"/>
            <p:nvPr/>
          </p:nvSpPr>
          <p:spPr>
            <a:xfrm>
              <a:off x="8400571" y="-1325348"/>
              <a:ext cx="2180406" cy="314740"/>
            </a:xfrm>
            <a:prstGeom prst="rect">
              <a:avLst/>
            </a:prstGeom>
            <a:noFill/>
          </p:spPr>
          <p:txBody>
            <a:bodyPr wrap="square" rtlCol="0">
              <a:spAutoFit/>
            </a:bodyPr>
            <a:lstStyle/>
            <a:p>
              <a:pPr algn="dist"/>
              <a:r>
                <a:rPr kumimoji="1" lang="en-US" altLang="zh-CN" sz="1400" dirty="0">
                  <a:solidFill>
                    <a:schemeClr val="bg1"/>
                  </a:solidFill>
                  <a:latin typeface="+mn-ea"/>
                </a:rPr>
                <a:t>BUSINESS</a:t>
              </a:r>
              <a:r>
                <a:rPr kumimoji="1" lang="zh-CN" altLang="en-US" sz="1400" dirty="0">
                  <a:solidFill>
                    <a:schemeClr val="bg1"/>
                  </a:solidFill>
                  <a:latin typeface="+mn-ea"/>
                </a:rPr>
                <a:t> </a:t>
              </a:r>
              <a:r>
                <a:rPr kumimoji="1" lang="en-US" altLang="zh-CN" sz="1400" dirty="0">
                  <a:solidFill>
                    <a:schemeClr val="bg1"/>
                  </a:solidFill>
                  <a:latin typeface="+mn-ea"/>
                </a:rPr>
                <a:t>ANNUAL</a:t>
              </a:r>
              <a:endParaRPr kumimoji="1" lang="zh-CN" altLang="en-US" sz="1400" dirty="0">
                <a:solidFill>
                  <a:schemeClr val="bg1"/>
                </a:solidFill>
                <a:latin typeface="+mn-ea"/>
              </a:endParaRPr>
            </a:p>
          </p:txBody>
        </p:sp>
      </p:grpSp>
      <p:sp>
        <p:nvSpPr>
          <p:cNvPr id="5" name="文本框 4">
            <a:extLst>
              <a:ext uri="{FF2B5EF4-FFF2-40B4-BE49-F238E27FC236}">
                <a16:creationId xmlns:a16="http://schemas.microsoft.com/office/drawing/2014/main" id="{56731357-75E7-2852-2CA4-DAA726775667}"/>
              </a:ext>
            </a:extLst>
          </p:cNvPr>
          <p:cNvSpPr txBox="1"/>
          <p:nvPr/>
        </p:nvSpPr>
        <p:spPr>
          <a:xfrm>
            <a:off x="358835" y="6350973"/>
            <a:ext cx="2982097" cy="276999"/>
          </a:xfrm>
          <a:prstGeom prst="rect">
            <a:avLst/>
          </a:prstGeom>
          <a:noFill/>
        </p:spPr>
        <p:txBody>
          <a:bodyPr wrap="square" rtlCol="0">
            <a:spAutoFit/>
          </a:bodyPr>
          <a:lstStyle/>
          <a:p>
            <a:pPr algn="dist"/>
            <a:r>
              <a:rPr kumimoji="1" lang="zh-CN" altLang="en-US" sz="1200" dirty="0">
                <a:solidFill>
                  <a:schemeClr val="bg1"/>
                </a:solidFill>
                <a:latin typeface="+mn-ea"/>
              </a:rPr>
              <a:t>商务办公系列</a:t>
            </a:r>
            <a:r>
              <a:rPr kumimoji="1" lang="en-US" altLang="zh-CN" sz="1200" dirty="0">
                <a:solidFill>
                  <a:schemeClr val="bg1"/>
                </a:solidFill>
                <a:latin typeface="+mn-ea"/>
              </a:rPr>
              <a:t>PPT</a:t>
            </a:r>
            <a:r>
              <a:rPr kumimoji="1" lang="zh-CN" altLang="en-US" sz="1200" dirty="0">
                <a:solidFill>
                  <a:schemeClr val="bg1"/>
                </a:solidFill>
                <a:latin typeface="+mn-ea"/>
              </a:rPr>
              <a:t>模板</a:t>
            </a:r>
          </a:p>
        </p:txBody>
      </p:sp>
    </p:spTree>
    <p:extLst>
      <p:ext uri="{BB962C8B-B14F-4D97-AF65-F5344CB8AC3E}">
        <p14:creationId xmlns:p14="http://schemas.microsoft.com/office/powerpoint/2010/main" val="2547509456"/>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wipe(left)">
                                      <p:cBhvr>
                                        <p:cTn id="10" dur="500"/>
                                        <p:tgtEl>
                                          <p:spTgt spid="3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blinds(horizontal)">
                                      <p:cBhvr>
                                        <p:cTn id="15" dur="500"/>
                                        <p:tgtEl>
                                          <p:spTgt spid="37"/>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linds(horizontal)">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1000"/>
                                        <p:tgtEl>
                                          <p:spTgt spid="3"/>
                                        </p:tgtEl>
                                      </p:cBhvr>
                                    </p:animEffect>
                                    <p:anim calcmode="lin" valueType="num">
                                      <p:cBhvr>
                                        <p:cTn id="24" dur="1000" fill="hold"/>
                                        <p:tgtEl>
                                          <p:spTgt spid="3"/>
                                        </p:tgtEl>
                                        <p:attrNameLst>
                                          <p:attrName>ppt_x</p:attrName>
                                        </p:attrNameLst>
                                      </p:cBhvr>
                                      <p:tavLst>
                                        <p:tav tm="0">
                                          <p:val>
                                            <p:strVal val="#ppt_x"/>
                                          </p:val>
                                        </p:tav>
                                        <p:tav tm="100000">
                                          <p:val>
                                            <p:strVal val="#ppt_x"/>
                                          </p:val>
                                        </p:tav>
                                      </p:tavLst>
                                    </p:anim>
                                    <p:anim calcmode="lin" valueType="num">
                                      <p:cBhvr>
                                        <p:cTn id="2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3" grpId="0"/>
      <p:bldP spid="34"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4" name="文本框 23">
            <a:extLst>
              <a:ext uri="{FF2B5EF4-FFF2-40B4-BE49-F238E27FC236}">
                <a16:creationId xmlns:a16="http://schemas.microsoft.com/office/drawing/2014/main" id="{9963AD71-8DD2-13F6-8687-C64282CB3474}"/>
              </a:ext>
            </a:extLst>
          </p:cNvPr>
          <p:cNvSpPr txBox="1"/>
          <p:nvPr/>
        </p:nvSpPr>
        <p:spPr>
          <a:xfrm>
            <a:off x="1805942" y="829344"/>
            <a:ext cx="2333908" cy="1323439"/>
          </a:xfrm>
          <a:prstGeom prst="rect">
            <a:avLst/>
          </a:prstGeom>
          <a:noFill/>
        </p:spPr>
        <p:txBody>
          <a:bodyPr wrap="square" rtlCol="0">
            <a:spAutoFit/>
          </a:bodyPr>
          <a:lstStyle/>
          <a:p>
            <a:pPr algn="dist"/>
            <a:r>
              <a:rPr kumimoji="1" lang="zh-CN" altLang="en-US" sz="8000" dirty="0">
                <a:gradFill flip="none" rotWithShape="1">
                  <a:gsLst>
                    <a:gs pos="0">
                      <a:srgbClr val="2D5293"/>
                    </a:gs>
                    <a:gs pos="73000">
                      <a:srgbClr val="1F3764"/>
                    </a:gs>
                  </a:gsLst>
                  <a:lin ang="2700000" scaled="1"/>
                  <a:tileRect/>
                </a:gradFill>
                <a:effectLst>
                  <a:outerShdw blurRad="76200" dist="1016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目录</a:t>
            </a:r>
            <a:endParaRPr kumimoji="1" lang="zh-CN" altLang="en-US" sz="5400" dirty="0">
              <a:gradFill flip="none" rotWithShape="1">
                <a:gsLst>
                  <a:gs pos="0">
                    <a:srgbClr val="2D5293"/>
                  </a:gs>
                  <a:gs pos="73000">
                    <a:srgbClr val="1F3764"/>
                  </a:gs>
                </a:gsLst>
                <a:lin ang="2700000" scaled="1"/>
                <a:tileRect/>
              </a:gradFill>
              <a:effectLst>
                <a:outerShdw blurRad="76200" dist="101600" dir="2700000" algn="tl" rotWithShape="0">
                  <a:srgbClr val="1F3764">
                    <a:alpha val="20000"/>
                  </a:srgbClr>
                </a:outerShdw>
              </a:effectLst>
              <a:latin typeface="+mj-ea"/>
              <a:ea typeface="+mj-ea"/>
            </a:endParaRPr>
          </a:p>
        </p:txBody>
      </p:sp>
      <p:grpSp>
        <p:nvGrpSpPr>
          <p:cNvPr id="29" name="组合 28">
            <a:extLst>
              <a:ext uri="{FF2B5EF4-FFF2-40B4-BE49-F238E27FC236}">
                <a16:creationId xmlns:a16="http://schemas.microsoft.com/office/drawing/2014/main" id="{AA4BD7DC-85A9-4EE6-7175-6834D9911D55}"/>
              </a:ext>
            </a:extLst>
          </p:cNvPr>
          <p:cNvGrpSpPr/>
          <p:nvPr/>
        </p:nvGrpSpPr>
        <p:grpSpPr>
          <a:xfrm>
            <a:off x="333301" y="2385033"/>
            <a:ext cx="2764744" cy="3533671"/>
            <a:chOff x="674493" y="2494215"/>
            <a:chExt cx="2764744" cy="3533671"/>
          </a:xfrm>
        </p:grpSpPr>
        <p:sp>
          <p:nvSpPr>
            <p:cNvPr id="22" name="矩形 21">
              <a:extLst>
                <a:ext uri="{FF2B5EF4-FFF2-40B4-BE49-F238E27FC236}">
                  <a16:creationId xmlns:a16="http://schemas.microsoft.com/office/drawing/2014/main" id="{2A531431-3805-2CC1-8BA0-1A98FCF903A3}"/>
                </a:ext>
              </a:extLst>
            </p:cNvPr>
            <p:cNvSpPr/>
            <p:nvPr/>
          </p:nvSpPr>
          <p:spPr>
            <a:xfrm>
              <a:off x="789683" y="2605585"/>
              <a:ext cx="2649554" cy="3422301"/>
            </a:xfrm>
            <a:prstGeom prst="rect">
              <a:avLst/>
            </a:prstGeom>
            <a:solidFill>
              <a:schemeClr val="bg1">
                <a:alpha val="88000"/>
              </a:schemeClr>
            </a:solidFill>
            <a:ln w="6350">
              <a:gradFill>
                <a:gsLst>
                  <a:gs pos="0">
                    <a:srgbClr val="2D5293">
                      <a:alpha val="84000"/>
                    </a:srgbClr>
                  </a:gs>
                  <a:gs pos="46000">
                    <a:schemeClr val="accent1">
                      <a:lumMod val="45000"/>
                      <a:lumOff val="55000"/>
                    </a:schemeClr>
                  </a:gs>
                  <a:gs pos="100000">
                    <a:srgbClr val="1F3764">
                      <a:alpha val="82000"/>
                    </a:srgb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a:extLst>
                <a:ext uri="{FF2B5EF4-FFF2-40B4-BE49-F238E27FC236}">
                  <a16:creationId xmlns:a16="http://schemas.microsoft.com/office/drawing/2014/main" id="{73BE353C-7C78-F489-1A19-06A2F57E1005}"/>
                </a:ext>
              </a:extLst>
            </p:cNvPr>
            <p:cNvSpPr/>
            <p:nvPr/>
          </p:nvSpPr>
          <p:spPr>
            <a:xfrm>
              <a:off x="674493" y="2494215"/>
              <a:ext cx="2649554" cy="3422301"/>
            </a:xfrm>
            <a:prstGeom prst="rect">
              <a:avLst/>
            </a:prstGeom>
            <a:solidFill>
              <a:schemeClr val="bg1">
                <a:alpha val="88000"/>
              </a:schemeClr>
            </a:solidFill>
            <a:ln w="6350">
              <a:gradFill>
                <a:gsLst>
                  <a:gs pos="0">
                    <a:srgbClr val="2D5293">
                      <a:alpha val="84000"/>
                    </a:srgbClr>
                  </a:gs>
                  <a:gs pos="46000">
                    <a:schemeClr val="accent1">
                      <a:lumMod val="45000"/>
                      <a:lumOff val="55000"/>
                    </a:schemeClr>
                  </a:gs>
                  <a:gs pos="100000">
                    <a:srgbClr val="1F3764">
                      <a:alpha val="31162"/>
                    </a:srgb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框 3">
              <a:extLst>
                <a:ext uri="{FF2B5EF4-FFF2-40B4-BE49-F238E27FC236}">
                  <a16:creationId xmlns:a16="http://schemas.microsoft.com/office/drawing/2014/main" id="{511135EE-A7D5-B942-975C-4AC2D589E5F8}"/>
                </a:ext>
              </a:extLst>
            </p:cNvPr>
            <p:cNvSpPr txBox="1"/>
            <p:nvPr/>
          </p:nvSpPr>
          <p:spPr>
            <a:xfrm>
              <a:off x="798718" y="3467921"/>
              <a:ext cx="2441694" cy="769441"/>
            </a:xfrm>
            <a:prstGeom prst="rect">
              <a:avLst/>
            </a:prstGeom>
            <a:noFill/>
          </p:spPr>
          <p:txBody>
            <a:bodyPr wrap="none" rtlCol="0">
              <a:spAutoFit/>
            </a:bodyPr>
            <a:lstStyle/>
            <a:p>
              <a:r>
                <a:rPr kumimoji="1" lang="zh-CN" altLang="en-US" sz="4400" dirty="0">
                  <a:gradFill>
                    <a:gsLst>
                      <a:gs pos="0">
                        <a:srgbClr val="2D5293"/>
                      </a:gs>
                      <a:gs pos="100000">
                        <a:srgbClr val="1F3764"/>
                      </a:gs>
                    </a:gsLst>
                    <a:lin ang="5400000" scaled="1"/>
                  </a:gradFill>
                  <a:latin typeface="+mj-ea"/>
                  <a:ea typeface="+mj-ea"/>
                </a:rPr>
                <a:t>工作概述</a:t>
              </a:r>
            </a:p>
          </p:txBody>
        </p:sp>
        <p:sp>
          <p:nvSpPr>
            <p:cNvPr id="5" name="文本框 4">
              <a:extLst>
                <a:ext uri="{FF2B5EF4-FFF2-40B4-BE49-F238E27FC236}">
                  <a16:creationId xmlns:a16="http://schemas.microsoft.com/office/drawing/2014/main" id="{CA696D8A-A2A7-D54C-B7BD-CBA5AA1D20E5}"/>
                </a:ext>
              </a:extLst>
            </p:cNvPr>
            <p:cNvSpPr txBox="1"/>
            <p:nvPr/>
          </p:nvSpPr>
          <p:spPr>
            <a:xfrm>
              <a:off x="1064817" y="2898817"/>
              <a:ext cx="1909497" cy="584775"/>
            </a:xfrm>
            <a:prstGeom prst="rect">
              <a:avLst/>
            </a:prstGeom>
            <a:noFill/>
          </p:spPr>
          <p:txBody>
            <a:bodyPr wrap="none" rtlCol="0">
              <a:spAutoFit/>
            </a:bodyPr>
            <a:lstStyle/>
            <a:p>
              <a:r>
                <a:rPr kumimoji="1" lang="en-US" altLang="zh-CN" sz="3200" dirty="0">
                  <a:gradFill>
                    <a:gsLst>
                      <a:gs pos="0">
                        <a:srgbClr val="2D5293"/>
                      </a:gs>
                      <a:gs pos="100000">
                        <a:srgbClr val="1F3764"/>
                      </a:gs>
                    </a:gsLst>
                    <a:lin ang="5400000" scaled="1"/>
                  </a:gradFill>
                  <a:latin typeface="+mj-ea"/>
                  <a:ea typeface="+mj-ea"/>
                </a:rPr>
                <a:t>PART</a:t>
              </a:r>
              <a:r>
                <a:rPr kumimoji="1" lang="zh-CN" altLang="en-US" sz="3200" dirty="0">
                  <a:gradFill>
                    <a:gsLst>
                      <a:gs pos="0">
                        <a:srgbClr val="2D5293"/>
                      </a:gs>
                      <a:gs pos="100000">
                        <a:srgbClr val="1F3764"/>
                      </a:gs>
                    </a:gsLst>
                    <a:lin ang="5400000" scaled="1"/>
                  </a:gradFill>
                  <a:latin typeface="+mj-ea"/>
                  <a:ea typeface="+mj-ea"/>
                </a:rPr>
                <a:t> </a:t>
              </a:r>
              <a:r>
                <a:rPr kumimoji="1" lang="en-US" altLang="zh-CN" sz="3200" dirty="0">
                  <a:gradFill>
                    <a:gsLst>
                      <a:gs pos="0">
                        <a:srgbClr val="2D5293"/>
                      </a:gs>
                      <a:gs pos="100000">
                        <a:srgbClr val="1F3764"/>
                      </a:gs>
                    </a:gsLst>
                    <a:lin ang="5400000" scaled="1"/>
                  </a:gradFill>
                  <a:latin typeface="+mj-ea"/>
                  <a:ea typeface="+mj-ea"/>
                </a:rPr>
                <a:t>O1</a:t>
              </a:r>
              <a:endParaRPr kumimoji="1" lang="zh-CN" altLang="en-US" sz="3200" dirty="0">
                <a:gradFill>
                  <a:gsLst>
                    <a:gs pos="0">
                      <a:srgbClr val="2D5293"/>
                    </a:gs>
                    <a:gs pos="100000">
                      <a:srgbClr val="1F3764"/>
                    </a:gs>
                  </a:gsLst>
                  <a:lin ang="5400000" scaled="1"/>
                </a:gradFill>
                <a:latin typeface="+mj-ea"/>
                <a:ea typeface="+mj-ea"/>
              </a:endParaRPr>
            </a:p>
          </p:txBody>
        </p:sp>
        <p:sp>
          <p:nvSpPr>
            <p:cNvPr id="6" name="文本框 5">
              <a:extLst>
                <a:ext uri="{FF2B5EF4-FFF2-40B4-BE49-F238E27FC236}">
                  <a16:creationId xmlns:a16="http://schemas.microsoft.com/office/drawing/2014/main" id="{0E7CF99E-E6AE-6147-9EA7-BE77CD51BD8F}"/>
                </a:ext>
              </a:extLst>
            </p:cNvPr>
            <p:cNvSpPr txBox="1"/>
            <p:nvPr/>
          </p:nvSpPr>
          <p:spPr>
            <a:xfrm>
              <a:off x="852611" y="4288438"/>
              <a:ext cx="2333909" cy="976421"/>
            </a:xfrm>
            <a:prstGeom prst="rect">
              <a:avLst/>
            </a:prstGeom>
            <a:noFill/>
          </p:spPr>
          <p:txBody>
            <a:bodyPr wrap="square" rtlCol="0">
              <a:spAutoFit/>
            </a:bodyPr>
            <a:lstStyle/>
            <a:p>
              <a:pPr algn="ctr">
                <a:lnSpc>
                  <a:spcPct val="150000"/>
                </a:lnSpc>
              </a:pPr>
              <a:r>
                <a:rPr kumimoji="1" lang="en-US" altLang="zh-CN" sz="1000" dirty="0">
                  <a:solidFill>
                    <a:schemeClr val="tx1">
                      <a:lumMod val="50000"/>
                      <a:lumOff val="50000"/>
                    </a:schemeClr>
                  </a:solidFill>
                  <a:latin typeface="+mn-ea"/>
                </a:rPr>
                <a:t>PLEASE</a:t>
              </a:r>
              <a:r>
                <a:rPr kumimoji="1" lang="zh-CN" altLang="en-US" sz="1000" dirty="0">
                  <a:solidFill>
                    <a:schemeClr val="tx1">
                      <a:lumMod val="50000"/>
                      <a:lumOff val="50000"/>
                    </a:schemeClr>
                  </a:solidFill>
                  <a:latin typeface="+mn-ea"/>
                </a:rPr>
                <a:t> </a:t>
              </a:r>
              <a:r>
                <a:rPr kumimoji="1" lang="en" altLang="zh-CN" sz="1000" dirty="0">
                  <a:solidFill>
                    <a:schemeClr val="tx1">
                      <a:lumMod val="50000"/>
                      <a:lumOff val="50000"/>
                    </a:schemeClr>
                  </a:solidFill>
                  <a:latin typeface="+mn-ea"/>
                </a:rPr>
                <a:t>ENTER THE RELEVANT CONTENT YOU NEED HERE. THANK YOU FOR DOWNLOADING OUR PPT TEMPLATE FILE.</a:t>
              </a:r>
            </a:p>
          </p:txBody>
        </p:sp>
        <p:sp>
          <p:nvSpPr>
            <p:cNvPr id="28" name="任意形状 27">
              <a:extLst>
                <a:ext uri="{FF2B5EF4-FFF2-40B4-BE49-F238E27FC236}">
                  <a16:creationId xmlns:a16="http://schemas.microsoft.com/office/drawing/2014/main" id="{D26CDD58-53BD-866E-6517-00A7C6DD7292}"/>
                </a:ext>
              </a:extLst>
            </p:cNvPr>
            <p:cNvSpPr/>
            <p:nvPr/>
          </p:nvSpPr>
          <p:spPr>
            <a:xfrm rot="5400000">
              <a:off x="1939048" y="5274710"/>
              <a:ext cx="161035" cy="525511"/>
            </a:xfrm>
            <a:custGeom>
              <a:avLst/>
              <a:gdLst>
                <a:gd name="connsiteX0" fmla="*/ 0 w 161035"/>
                <a:gd name="connsiteY0" fmla="*/ 138823 h 525511"/>
                <a:gd name="connsiteX1" fmla="*/ 80518 w 161035"/>
                <a:gd name="connsiteY1" fmla="*/ 0 h 525511"/>
                <a:gd name="connsiteX2" fmla="*/ 161035 w 161035"/>
                <a:gd name="connsiteY2" fmla="*/ 138823 h 525511"/>
                <a:gd name="connsiteX3" fmla="*/ 0 w 161035"/>
                <a:gd name="connsiteY3" fmla="*/ 332167 h 525511"/>
                <a:gd name="connsiteX4" fmla="*/ 80518 w 161035"/>
                <a:gd name="connsiteY4" fmla="*/ 193344 h 525511"/>
                <a:gd name="connsiteX5" fmla="*/ 161035 w 161035"/>
                <a:gd name="connsiteY5" fmla="*/ 332167 h 525511"/>
                <a:gd name="connsiteX6" fmla="*/ 0 w 161035"/>
                <a:gd name="connsiteY6" fmla="*/ 525511 h 525511"/>
                <a:gd name="connsiteX7" fmla="*/ 80518 w 161035"/>
                <a:gd name="connsiteY7" fmla="*/ 386688 h 525511"/>
                <a:gd name="connsiteX8" fmla="*/ 161035 w 161035"/>
                <a:gd name="connsiteY8" fmla="*/ 525511 h 525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035" h="525511">
                  <a:moveTo>
                    <a:pt x="0" y="138823"/>
                  </a:moveTo>
                  <a:lnTo>
                    <a:pt x="80518" y="0"/>
                  </a:lnTo>
                  <a:lnTo>
                    <a:pt x="161035" y="138823"/>
                  </a:lnTo>
                  <a:close/>
                  <a:moveTo>
                    <a:pt x="0" y="332167"/>
                  </a:moveTo>
                  <a:lnTo>
                    <a:pt x="80518" y="193344"/>
                  </a:lnTo>
                  <a:lnTo>
                    <a:pt x="161035" y="332167"/>
                  </a:lnTo>
                  <a:close/>
                  <a:moveTo>
                    <a:pt x="0" y="525511"/>
                  </a:moveTo>
                  <a:lnTo>
                    <a:pt x="80518" y="386688"/>
                  </a:lnTo>
                  <a:lnTo>
                    <a:pt x="161035" y="525511"/>
                  </a:lnTo>
                  <a:close/>
                </a:path>
              </a:pathLst>
            </a:custGeom>
            <a:gradFill flip="none" rotWithShape="1">
              <a:gsLst>
                <a:gs pos="0">
                  <a:srgbClr val="2D5293"/>
                </a:gs>
                <a:gs pos="100000">
                  <a:srgbClr val="1F3764">
                    <a:alpha val="82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grpSp>
      <p:grpSp>
        <p:nvGrpSpPr>
          <p:cNvPr id="30" name="组合 29">
            <a:extLst>
              <a:ext uri="{FF2B5EF4-FFF2-40B4-BE49-F238E27FC236}">
                <a16:creationId xmlns:a16="http://schemas.microsoft.com/office/drawing/2014/main" id="{2FFF1D33-AA22-7D78-0385-1F4CD1CF8302}"/>
              </a:ext>
            </a:extLst>
          </p:cNvPr>
          <p:cNvGrpSpPr/>
          <p:nvPr/>
        </p:nvGrpSpPr>
        <p:grpSpPr>
          <a:xfrm>
            <a:off x="3256225" y="2385033"/>
            <a:ext cx="2764744" cy="3533671"/>
            <a:chOff x="674493" y="2494215"/>
            <a:chExt cx="2764744" cy="3533671"/>
          </a:xfrm>
        </p:grpSpPr>
        <p:sp>
          <p:nvSpPr>
            <p:cNvPr id="31" name="矩形 30">
              <a:extLst>
                <a:ext uri="{FF2B5EF4-FFF2-40B4-BE49-F238E27FC236}">
                  <a16:creationId xmlns:a16="http://schemas.microsoft.com/office/drawing/2014/main" id="{F48B8D69-A9D3-52B2-8FF3-520CA8129A8D}"/>
                </a:ext>
              </a:extLst>
            </p:cNvPr>
            <p:cNvSpPr/>
            <p:nvPr/>
          </p:nvSpPr>
          <p:spPr>
            <a:xfrm>
              <a:off x="789683" y="2605585"/>
              <a:ext cx="2649554" cy="3422301"/>
            </a:xfrm>
            <a:prstGeom prst="rect">
              <a:avLst/>
            </a:prstGeom>
            <a:solidFill>
              <a:schemeClr val="bg1">
                <a:alpha val="88000"/>
              </a:schemeClr>
            </a:solidFill>
            <a:ln w="6350">
              <a:gradFill>
                <a:gsLst>
                  <a:gs pos="0">
                    <a:srgbClr val="2D5293">
                      <a:alpha val="84000"/>
                    </a:srgbClr>
                  </a:gs>
                  <a:gs pos="46000">
                    <a:schemeClr val="accent1">
                      <a:lumMod val="45000"/>
                      <a:lumOff val="55000"/>
                    </a:schemeClr>
                  </a:gs>
                  <a:gs pos="100000">
                    <a:srgbClr val="1F3764">
                      <a:alpha val="82000"/>
                    </a:srgb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矩形 31">
              <a:extLst>
                <a:ext uri="{FF2B5EF4-FFF2-40B4-BE49-F238E27FC236}">
                  <a16:creationId xmlns:a16="http://schemas.microsoft.com/office/drawing/2014/main" id="{30A3E891-43B9-93A4-A8C8-97FC05054ACA}"/>
                </a:ext>
              </a:extLst>
            </p:cNvPr>
            <p:cNvSpPr/>
            <p:nvPr/>
          </p:nvSpPr>
          <p:spPr>
            <a:xfrm>
              <a:off x="674493" y="2494215"/>
              <a:ext cx="2649554" cy="3422301"/>
            </a:xfrm>
            <a:prstGeom prst="rect">
              <a:avLst/>
            </a:prstGeom>
            <a:solidFill>
              <a:schemeClr val="bg1">
                <a:alpha val="88000"/>
              </a:schemeClr>
            </a:solidFill>
            <a:ln w="6350">
              <a:gradFill>
                <a:gsLst>
                  <a:gs pos="0">
                    <a:srgbClr val="2D5293">
                      <a:alpha val="84000"/>
                    </a:srgbClr>
                  </a:gs>
                  <a:gs pos="46000">
                    <a:schemeClr val="accent1">
                      <a:lumMod val="45000"/>
                      <a:lumOff val="55000"/>
                    </a:schemeClr>
                  </a:gs>
                  <a:gs pos="100000">
                    <a:srgbClr val="1F3764">
                      <a:alpha val="31162"/>
                    </a:srgb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框 32">
              <a:extLst>
                <a:ext uri="{FF2B5EF4-FFF2-40B4-BE49-F238E27FC236}">
                  <a16:creationId xmlns:a16="http://schemas.microsoft.com/office/drawing/2014/main" id="{FB1644C1-4639-72E0-9E1B-A999573ED684}"/>
                </a:ext>
              </a:extLst>
            </p:cNvPr>
            <p:cNvSpPr txBox="1"/>
            <p:nvPr/>
          </p:nvSpPr>
          <p:spPr>
            <a:xfrm>
              <a:off x="798718" y="3467921"/>
              <a:ext cx="2441694" cy="769441"/>
            </a:xfrm>
            <a:prstGeom prst="rect">
              <a:avLst/>
            </a:prstGeom>
            <a:noFill/>
          </p:spPr>
          <p:txBody>
            <a:bodyPr wrap="none" rtlCol="0">
              <a:spAutoFit/>
            </a:bodyPr>
            <a:lstStyle/>
            <a:p>
              <a:r>
                <a:rPr kumimoji="1" lang="zh-CN" altLang="en-US" sz="4400" dirty="0">
                  <a:gradFill>
                    <a:gsLst>
                      <a:gs pos="0">
                        <a:srgbClr val="2D5293"/>
                      </a:gs>
                      <a:gs pos="100000">
                        <a:srgbClr val="1F3764"/>
                      </a:gs>
                    </a:gsLst>
                    <a:lin ang="5400000" scaled="1"/>
                  </a:gradFill>
                  <a:latin typeface="+mj-ea"/>
                  <a:ea typeface="+mj-ea"/>
                </a:rPr>
                <a:t>成果展示</a:t>
              </a:r>
            </a:p>
          </p:txBody>
        </p:sp>
        <p:sp>
          <p:nvSpPr>
            <p:cNvPr id="34" name="文本框 33">
              <a:extLst>
                <a:ext uri="{FF2B5EF4-FFF2-40B4-BE49-F238E27FC236}">
                  <a16:creationId xmlns:a16="http://schemas.microsoft.com/office/drawing/2014/main" id="{8E8E58FC-7AD1-E094-60A1-471796DAA814}"/>
                </a:ext>
              </a:extLst>
            </p:cNvPr>
            <p:cNvSpPr txBox="1"/>
            <p:nvPr/>
          </p:nvSpPr>
          <p:spPr>
            <a:xfrm>
              <a:off x="1064817" y="2898817"/>
              <a:ext cx="1909497" cy="584775"/>
            </a:xfrm>
            <a:prstGeom prst="rect">
              <a:avLst/>
            </a:prstGeom>
            <a:noFill/>
          </p:spPr>
          <p:txBody>
            <a:bodyPr wrap="none" rtlCol="0">
              <a:spAutoFit/>
            </a:bodyPr>
            <a:lstStyle/>
            <a:p>
              <a:r>
                <a:rPr kumimoji="1" lang="en-US" altLang="zh-CN" sz="3200" dirty="0">
                  <a:gradFill>
                    <a:gsLst>
                      <a:gs pos="0">
                        <a:srgbClr val="2D5293"/>
                      </a:gs>
                      <a:gs pos="100000">
                        <a:srgbClr val="1F3764"/>
                      </a:gs>
                    </a:gsLst>
                    <a:lin ang="5400000" scaled="1"/>
                  </a:gradFill>
                  <a:latin typeface="+mj-ea"/>
                  <a:ea typeface="+mj-ea"/>
                </a:rPr>
                <a:t>PART</a:t>
              </a:r>
              <a:r>
                <a:rPr kumimoji="1" lang="zh-CN" altLang="en-US" sz="3200" dirty="0">
                  <a:gradFill>
                    <a:gsLst>
                      <a:gs pos="0">
                        <a:srgbClr val="2D5293"/>
                      </a:gs>
                      <a:gs pos="100000">
                        <a:srgbClr val="1F3764"/>
                      </a:gs>
                    </a:gsLst>
                    <a:lin ang="5400000" scaled="1"/>
                  </a:gradFill>
                  <a:latin typeface="+mj-ea"/>
                  <a:ea typeface="+mj-ea"/>
                </a:rPr>
                <a:t> </a:t>
              </a:r>
              <a:r>
                <a:rPr kumimoji="1" lang="en-US" altLang="zh-CN" sz="3200" dirty="0">
                  <a:gradFill>
                    <a:gsLst>
                      <a:gs pos="0">
                        <a:srgbClr val="2D5293"/>
                      </a:gs>
                      <a:gs pos="100000">
                        <a:srgbClr val="1F3764"/>
                      </a:gs>
                    </a:gsLst>
                    <a:lin ang="5400000" scaled="1"/>
                  </a:gradFill>
                  <a:latin typeface="+mj-ea"/>
                  <a:ea typeface="+mj-ea"/>
                </a:rPr>
                <a:t>O2</a:t>
              </a:r>
              <a:endParaRPr kumimoji="1" lang="zh-CN" altLang="en-US" sz="3200" dirty="0">
                <a:gradFill>
                  <a:gsLst>
                    <a:gs pos="0">
                      <a:srgbClr val="2D5293"/>
                    </a:gs>
                    <a:gs pos="100000">
                      <a:srgbClr val="1F3764"/>
                    </a:gs>
                  </a:gsLst>
                  <a:lin ang="5400000" scaled="1"/>
                </a:gradFill>
                <a:latin typeface="+mj-ea"/>
                <a:ea typeface="+mj-ea"/>
              </a:endParaRPr>
            </a:p>
          </p:txBody>
        </p:sp>
        <p:sp>
          <p:nvSpPr>
            <p:cNvPr id="35" name="文本框 34">
              <a:extLst>
                <a:ext uri="{FF2B5EF4-FFF2-40B4-BE49-F238E27FC236}">
                  <a16:creationId xmlns:a16="http://schemas.microsoft.com/office/drawing/2014/main" id="{19F6FBF0-3C86-55E3-9730-0D8DAEDD88FF}"/>
                </a:ext>
              </a:extLst>
            </p:cNvPr>
            <p:cNvSpPr txBox="1"/>
            <p:nvPr/>
          </p:nvSpPr>
          <p:spPr>
            <a:xfrm>
              <a:off x="852611" y="4288438"/>
              <a:ext cx="2333909" cy="976421"/>
            </a:xfrm>
            <a:prstGeom prst="rect">
              <a:avLst/>
            </a:prstGeom>
            <a:noFill/>
          </p:spPr>
          <p:txBody>
            <a:bodyPr wrap="square" rtlCol="0">
              <a:spAutoFit/>
            </a:bodyPr>
            <a:lstStyle/>
            <a:p>
              <a:pPr algn="ctr">
                <a:lnSpc>
                  <a:spcPct val="150000"/>
                </a:lnSpc>
              </a:pPr>
              <a:r>
                <a:rPr kumimoji="1" lang="en-US" altLang="zh-CN" sz="1000" dirty="0">
                  <a:solidFill>
                    <a:schemeClr val="tx1">
                      <a:lumMod val="50000"/>
                      <a:lumOff val="50000"/>
                    </a:schemeClr>
                  </a:solidFill>
                  <a:latin typeface="+mn-ea"/>
                </a:rPr>
                <a:t>PLEASE</a:t>
              </a:r>
              <a:r>
                <a:rPr kumimoji="1" lang="zh-CN" altLang="en-US" sz="1000" dirty="0">
                  <a:solidFill>
                    <a:schemeClr val="tx1">
                      <a:lumMod val="50000"/>
                      <a:lumOff val="50000"/>
                    </a:schemeClr>
                  </a:solidFill>
                  <a:latin typeface="+mn-ea"/>
                </a:rPr>
                <a:t> </a:t>
              </a:r>
              <a:r>
                <a:rPr kumimoji="1" lang="en" altLang="zh-CN" sz="1000" dirty="0">
                  <a:solidFill>
                    <a:schemeClr val="tx1">
                      <a:lumMod val="50000"/>
                      <a:lumOff val="50000"/>
                    </a:schemeClr>
                  </a:solidFill>
                  <a:latin typeface="+mn-ea"/>
                </a:rPr>
                <a:t>ENTER THE RELEVANT CONTENT YOU NEED HERE. THANK YOU FOR DOWNLOADING OUR PPT TEMPLATE FILE.</a:t>
              </a:r>
            </a:p>
          </p:txBody>
        </p:sp>
        <p:sp>
          <p:nvSpPr>
            <p:cNvPr id="36" name="任意形状 35">
              <a:extLst>
                <a:ext uri="{FF2B5EF4-FFF2-40B4-BE49-F238E27FC236}">
                  <a16:creationId xmlns:a16="http://schemas.microsoft.com/office/drawing/2014/main" id="{75ED262D-3789-4396-ECF9-4D25874707F2}"/>
                </a:ext>
              </a:extLst>
            </p:cNvPr>
            <p:cNvSpPr/>
            <p:nvPr/>
          </p:nvSpPr>
          <p:spPr>
            <a:xfrm rot="5400000">
              <a:off x="1939048" y="5274710"/>
              <a:ext cx="161035" cy="525511"/>
            </a:xfrm>
            <a:custGeom>
              <a:avLst/>
              <a:gdLst>
                <a:gd name="connsiteX0" fmla="*/ 0 w 161035"/>
                <a:gd name="connsiteY0" fmla="*/ 138823 h 525511"/>
                <a:gd name="connsiteX1" fmla="*/ 80518 w 161035"/>
                <a:gd name="connsiteY1" fmla="*/ 0 h 525511"/>
                <a:gd name="connsiteX2" fmla="*/ 161035 w 161035"/>
                <a:gd name="connsiteY2" fmla="*/ 138823 h 525511"/>
                <a:gd name="connsiteX3" fmla="*/ 0 w 161035"/>
                <a:gd name="connsiteY3" fmla="*/ 332167 h 525511"/>
                <a:gd name="connsiteX4" fmla="*/ 80518 w 161035"/>
                <a:gd name="connsiteY4" fmla="*/ 193344 h 525511"/>
                <a:gd name="connsiteX5" fmla="*/ 161035 w 161035"/>
                <a:gd name="connsiteY5" fmla="*/ 332167 h 525511"/>
                <a:gd name="connsiteX6" fmla="*/ 0 w 161035"/>
                <a:gd name="connsiteY6" fmla="*/ 525511 h 525511"/>
                <a:gd name="connsiteX7" fmla="*/ 80518 w 161035"/>
                <a:gd name="connsiteY7" fmla="*/ 386688 h 525511"/>
                <a:gd name="connsiteX8" fmla="*/ 161035 w 161035"/>
                <a:gd name="connsiteY8" fmla="*/ 525511 h 525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035" h="525511">
                  <a:moveTo>
                    <a:pt x="0" y="138823"/>
                  </a:moveTo>
                  <a:lnTo>
                    <a:pt x="80518" y="0"/>
                  </a:lnTo>
                  <a:lnTo>
                    <a:pt x="161035" y="138823"/>
                  </a:lnTo>
                  <a:close/>
                  <a:moveTo>
                    <a:pt x="0" y="332167"/>
                  </a:moveTo>
                  <a:lnTo>
                    <a:pt x="80518" y="193344"/>
                  </a:lnTo>
                  <a:lnTo>
                    <a:pt x="161035" y="332167"/>
                  </a:lnTo>
                  <a:close/>
                  <a:moveTo>
                    <a:pt x="0" y="525511"/>
                  </a:moveTo>
                  <a:lnTo>
                    <a:pt x="80518" y="386688"/>
                  </a:lnTo>
                  <a:lnTo>
                    <a:pt x="161035" y="525511"/>
                  </a:lnTo>
                  <a:close/>
                </a:path>
              </a:pathLst>
            </a:custGeom>
            <a:gradFill flip="none" rotWithShape="1">
              <a:gsLst>
                <a:gs pos="0">
                  <a:srgbClr val="2D5293"/>
                </a:gs>
                <a:gs pos="100000">
                  <a:srgbClr val="1F3764">
                    <a:alpha val="82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grpSp>
      <p:grpSp>
        <p:nvGrpSpPr>
          <p:cNvPr id="37" name="组合 36">
            <a:extLst>
              <a:ext uri="{FF2B5EF4-FFF2-40B4-BE49-F238E27FC236}">
                <a16:creationId xmlns:a16="http://schemas.microsoft.com/office/drawing/2014/main" id="{9C49758C-BB67-C8C8-50D1-C1D6D83CEC2F}"/>
              </a:ext>
            </a:extLst>
          </p:cNvPr>
          <p:cNvGrpSpPr/>
          <p:nvPr/>
        </p:nvGrpSpPr>
        <p:grpSpPr>
          <a:xfrm>
            <a:off x="6179149" y="2385033"/>
            <a:ext cx="2764744" cy="3533671"/>
            <a:chOff x="674493" y="2494215"/>
            <a:chExt cx="2764744" cy="3533671"/>
          </a:xfrm>
        </p:grpSpPr>
        <p:sp>
          <p:nvSpPr>
            <p:cNvPr id="38" name="矩形 37">
              <a:extLst>
                <a:ext uri="{FF2B5EF4-FFF2-40B4-BE49-F238E27FC236}">
                  <a16:creationId xmlns:a16="http://schemas.microsoft.com/office/drawing/2014/main" id="{AF06530D-69E0-7042-7D97-84051D4BE277}"/>
                </a:ext>
              </a:extLst>
            </p:cNvPr>
            <p:cNvSpPr/>
            <p:nvPr/>
          </p:nvSpPr>
          <p:spPr>
            <a:xfrm>
              <a:off x="789683" y="2605585"/>
              <a:ext cx="2649554" cy="3422301"/>
            </a:xfrm>
            <a:prstGeom prst="rect">
              <a:avLst/>
            </a:prstGeom>
            <a:solidFill>
              <a:schemeClr val="bg1">
                <a:alpha val="88000"/>
              </a:schemeClr>
            </a:solidFill>
            <a:ln w="6350">
              <a:gradFill>
                <a:gsLst>
                  <a:gs pos="0">
                    <a:srgbClr val="2D5293">
                      <a:alpha val="84000"/>
                    </a:srgbClr>
                  </a:gs>
                  <a:gs pos="46000">
                    <a:schemeClr val="accent1">
                      <a:lumMod val="45000"/>
                      <a:lumOff val="55000"/>
                    </a:schemeClr>
                  </a:gs>
                  <a:gs pos="100000">
                    <a:srgbClr val="1F3764">
                      <a:alpha val="82000"/>
                    </a:srgb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04A45F49-829E-34E7-B591-6C508D4DBCB8}"/>
                </a:ext>
              </a:extLst>
            </p:cNvPr>
            <p:cNvSpPr/>
            <p:nvPr/>
          </p:nvSpPr>
          <p:spPr>
            <a:xfrm>
              <a:off x="674493" y="2494215"/>
              <a:ext cx="2649554" cy="3422301"/>
            </a:xfrm>
            <a:prstGeom prst="rect">
              <a:avLst/>
            </a:prstGeom>
            <a:solidFill>
              <a:schemeClr val="bg1">
                <a:alpha val="88000"/>
              </a:schemeClr>
            </a:solidFill>
            <a:ln w="6350">
              <a:gradFill>
                <a:gsLst>
                  <a:gs pos="0">
                    <a:srgbClr val="2D5293">
                      <a:alpha val="84000"/>
                    </a:srgbClr>
                  </a:gs>
                  <a:gs pos="46000">
                    <a:schemeClr val="accent1">
                      <a:lumMod val="45000"/>
                      <a:lumOff val="55000"/>
                    </a:schemeClr>
                  </a:gs>
                  <a:gs pos="100000">
                    <a:srgbClr val="1F3764">
                      <a:alpha val="31162"/>
                    </a:srgb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文本框 39">
              <a:extLst>
                <a:ext uri="{FF2B5EF4-FFF2-40B4-BE49-F238E27FC236}">
                  <a16:creationId xmlns:a16="http://schemas.microsoft.com/office/drawing/2014/main" id="{B1F67828-405D-BDC4-158E-86F7B1E294C1}"/>
                </a:ext>
              </a:extLst>
            </p:cNvPr>
            <p:cNvSpPr txBox="1"/>
            <p:nvPr/>
          </p:nvSpPr>
          <p:spPr>
            <a:xfrm>
              <a:off x="798718" y="3467921"/>
              <a:ext cx="2441694" cy="769441"/>
            </a:xfrm>
            <a:prstGeom prst="rect">
              <a:avLst/>
            </a:prstGeom>
            <a:noFill/>
          </p:spPr>
          <p:txBody>
            <a:bodyPr wrap="none" rtlCol="0">
              <a:spAutoFit/>
            </a:bodyPr>
            <a:lstStyle/>
            <a:p>
              <a:r>
                <a:rPr kumimoji="1" lang="zh-CN" altLang="en-US" sz="4400" dirty="0">
                  <a:gradFill>
                    <a:gsLst>
                      <a:gs pos="0">
                        <a:srgbClr val="2D5293"/>
                      </a:gs>
                      <a:gs pos="100000">
                        <a:srgbClr val="1F3764"/>
                      </a:gs>
                    </a:gsLst>
                    <a:lin ang="5400000" scaled="1"/>
                  </a:gradFill>
                  <a:latin typeface="+mj-ea"/>
                  <a:ea typeface="+mj-ea"/>
                </a:rPr>
                <a:t>问题不足</a:t>
              </a:r>
            </a:p>
          </p:txBody>
        </p:sp>
        <p:sp>
          <p:nvSpPr>
            <p:cNvPr id="41" name="文本框 40">
              <a:extLst>
                <a:ext uri="{FF2B5EF4-FFF2-40B4-BE49-F238E27FC236}">
                  <a16:creationId xmlns:a16="http://schemas.microsoft.com/office/drawing/2014/main" id="{1E548ABC-8B3C-718D-C754-DC4E11E732B1}"/>
                </a:ext>
              </a:extLst>
            </p:cNvPr>
            <p:cNvSpPr txBox="1"/>
            <p:nvPr/>
          </p:nvSpPr>
          <p:spPr>
            <a:xfrm>
              <a:off x="1064817" y="2898817"/>
              <a:ext cx="1909497" cy="584775"/>
            </a:xfrm>
            <a:prstGeom prst="rect">
              <a:avLst/>
            </a:prstGeom>
            <a:noFill/>
          </p:spPr>
          <p:txBody>
            <a:bodyPr wrap="none" rtlCol="0">
              <a:spAutoFit/>
            </a:bodyPr>
            <a:lstStyle/>
            <a:p>
              <a:r>
                <a:rPr kumimoji="1" lang="en-US" altLang="zh-CN" sz="3200" dirty="0">
                  <a:gradFill>
                    <a:gsLst>
                      <a:gs pos="0">
                        <a:srgbClr val="2D5293"/>
                      </a:gs>
                      <a:gs pos="100000">
                        <a:srgbClr val="1F3764"/>
                      </a:gs>
                    </a:gsLst>
                    <a:lin ang="5400000" scaled="1"/>
                  </a:gradFill>
                  <a:latin typeface="+mj-ea"/>
                  <a:ea typeface="+mj-ea"/>
                </a:rPr>
                <a:t>PART</a:t>
              </a:r>
              <a:r>
                <a:rPr kumimoji="1" lang="zh-CN" altLang="en-US" sz="3200" dirty="0">
                  <a:gradFill>
                    <a:gsLst>
                      <a:gs pos="0">
                        <a:srgbClr val="2D5293"/>
                      </a:gs>
                      <a:gs pos="100000">
                        <a:srgbClr val="1F3764"/>
                      </a:gs>
                    </a:gsLst>
                    <a:lin ang="5400000" scaled="1"/>
                  </a:gradFill>
                  <a:latin typeface="+mj-ea"/>
                  <a:ea typeface="+mj-ea"/>
                </a:rPr>
                <a:t> </a:t>
              </a:r>
              <a:r>
                <a:rPr kumimoji="1" lang="en-US" altLang="zh-CN" sz="3200" dirty="0">
                  <a:gradFill>
                    <a:gsLst>
                      <a:gs pos="0">
                        <a:srgbClr val="2D5293"/>
                      </a:gs>
                      <a:gs pos="100000">
                        <a:srgbClr val="1F3764"/>
                      </a:gs>
                    </a:gsLst>
                    <a:lin ang="5400000" scaled="1"/>
                  </a:gradFill>
                  <a:latin typeface="+mj-ea"/>
                  <a:ea typeface="+mj-ea"/>
                </a:rPr>
                <a:t>O3</a:t>
              </a:r>
              <a:endParaRPr kumimoji="1" lang="zh-CN" altLang="en-US" sz="3200" dirty="0">
                <a:gradFill>
                  <a:gsLst>
                    <a:gs pos="0">
                      <a:srgbClr val="2D5293"/>
                    </a:gs>
                    <a:gs pos="100000">
                      <a:srgbClr val="1F3764"/>
                    </a:gs>
                  </a:gsLst>
                  <a:lin ang="5400000" scaled="1"/>
                </a:gradFill>
                <a:latin typeface="+mj-ea"/>
                <a:ea typeface="+mj-ea"/>
              </a:endParaRPr>
            </a:p>
          </p:txBody>
        </p:sp>
        <p:sp>
          <p:nvSpPr>
            <p:cNvPr id="42" name="文本框 41">
              <a:extLst>
                <a:ext uri="{FF2B5EF4-FFF2-40B4-BE49-F238E27FC236}">
                  <a16:creationId xmlns:a16="http://schemas.microsoft.com/office/drawing/2014/main" id="{3A461A45-3386-8657-5D14-63BCA2BEEC8E}"/>
                </a:ext>
              </a:extLst>
            </p:cNvPr>
            <p:cNvSpPr txBox="1"/>
            <p:nvPr/>
          </p:nvSpPr>
          <p:spPr>
            <a:xfrm>
              <a:off x="852611" y="4288438"/>
              <a:ext cx="2333909" cy="976421"/>
            </a:xfrm>
            <a:prstGeom prst="rect">
              <a:avLst/>
            </a:prstGeom>
            <a:noFill/>
          </p:spPr>
          <p:txBody>
            <a:bodyPr wrap="square" rtlCol="0">
              <a:spAutoFit/>
            </a:bodyPr>
            <a:lstStyle/>
            <a:p>
              <a:pPr algn="ctr">
                <a:lnSpc>
                  <a:spcPct val="150000"/>
                </a:lnSpc>
              </a:pPr>
              <a:r>
                <a:rPr kumimoji="1" lang="en-US" altLang="zh-CN" sz="1000" dirty="0">
                  <a:solidFill>
                    <a:schemeClr val="tx1">
                      <a:lumMod val="50000"/>
                      <a:lumOff val="50000"/>
                    </a:schemeClr>
                  </a:solidFill>
                  <a:latin typeface="+mn-ea"/>
                </a:rPr>
                <a:t>PLEASE</a:t>
              </a:r>
              <a:r>
                <a:rPr kumimoji="1" lang="zh-CN" altLang="en-US" sz="1000" dirty="0">
                  <a:solidFill>
                    <a:schemeClr val="tx1">
                      <a:lumMod val="50000"/>
                      <a:lumOff val="50000"/>
                    </a:schemeClr>
                  </a:solidFill>
                  <a:latin typeface="+mn-ea"/>
                </a:rPr>
                <a:t> </a:t>
              </a:r>
              <a:r>
                <a:rPr kumimoji="1" lang="en" altLang="zh-CN" sz="1000" dirty="0">
                  <a:solidFill>
                    <a:schemeClr val="tx1">
                      <a:lumMod val="50000"/>
                      <a:lumOff val="50000"/>
                    </a:schemeClr>
                  </a:solidFill>
                  <a:latin typeface="+mn-ea"/>
                </a:rPr>
                <a:t>ENTER THE RELEVANT CONTENT YOU NEED HERE. THANK YOU FOR DOWNLOADING OUR PPT TEMPLATE FILE.</a:t>
              </a:r>
            </a:p>
          </p:txBody>
        </p:sp>
        <p:sp>
          <p:nvSpPr>
            <p:cNvPr id="43" name="任意形状 42">
              <a:extLst>
                <a:ext uri="{FF2B5EF4-FFF2-40B4-BE49-F238E27FC236}">
                  <a16:creationId xmlns:a16="http://schemas.microsoft.com/office/drawing/2014/main" id="{0F5F1CF5-7268-1636-E65A-9FCC5FD721D9}"/>
                </a:ext>
              </a:extLst>
            </p:cNvPr>
            <p:cNvSpPr/>
            <p:nvPr/>
          </p:nvSpPr>
          <p:spPr>
            <a:xfrm rot="5400000">
              <a:off x="1939048" y="5274710"/>
              <a:ext cx="161035" cy="525511"/>
            </a:xfrm>
            <a:custGeom>
              <a:avLst/>
              <a:gdLst>
                <a:gd name="connsiteX0" fmla="*/ 0 w 161035"/>
                <a:gd name="connsiteY0" fmla="*/ 138823 h 525511"/>
                <a:gd name="connsiteX1" fmla="*/ 80518 w 161035"/>
                <a:gd name="connsiteY1" fmla="*/ 0 h 525511"/>
                <a:gd name="connsiteX2" fmla="*/ 161035 w 161035"/>
                <a:gd name="connsiteY2" fmla="*/ 138823 h 525511"/>
                <a:gd name="connsiteX3" fmla="*/ 0 w 161035"/>
                <a:gd name="connsiteY3" fmla="*/ 332167 h 525511"/>
                <a:gd name="connsiteX4" fmla="*/ 80518 w 161035"/>
                <a:gd name="connsiteY4" fmla="*/ 193344 h 525511"/>
                <a:gd name="connsiteX5" fmla="*/ 161035 w 161035"/>
                <a:gd name="connsiteY5" fmla="*/ 332167 h 525511"/>
                <a:gd name="connsiteX6" fmla="*/ 0 w 161035"/>
                <a:gd name="connsiteY6" fmla="*/ 525511 h 525511"/>
                <a:gd name="connsiteX7" fmla="*/ 80518 w 161035"/>
                <a:gd name="connsiteY7" fmla="*/ 386688 h 525511"/>
                <a:gd name="connsiteX8" fmla="*/ 161035 w 161035"/>
                <a:gd name="connsiteY8" fmla="*/ 525511 h 525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035" h="525511">
                  <a:moveTo>
                    <a:pt x="0" y="138823"/>
                  </a:moveTo>
                  <a:lnTo>
                    <a:pt x="80518" y="0"/>
                  </a:lnTo>
                  <a:lnTo>
                    <a:pt x="161035" y="138823"/>
                  </a:lnTo>
                  <a:close/>
                  <a:moveTo>
                    <a:pt x="0" y="332167"/>
                  </a:moveTo>
                  <a:lnTo>
                    <a:pt x="80518" y="193344"/>
                  </a:lnTo>
                  <a:lnTo>
                    <a:pt x="161035" y="332167"/>
                  </a:lnTo>
                  <a:close/>
                  <a:moveTo>
                    <a:pt x="0" y="525511"/>
                  </a:moveTo>
                  <a:lnTo>
                    <a:pt x="80518" y="386688"/>
                  </a:lnTo>
                  <a:lnTo>
                    <a:pt x="161035" y="525511"/>
                  </a:lnTo>
                  <a:close/>
                </a:path>
              </a:pathLst>
            </a:custGeom>
            <a:gradFill flip="none" rotWithShape="1">
              <a:gsLst>
                <a:gs pos="0">
                  <a:srgbClr val="2D5293"/>
                </a:gs>
                <a:gs pos="100000">
                  <a:srgbClr val="1F3764">
                    <a:alpha val="82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grpSp>
      <p:grpSp>
        <p:nvGrpSpPr>
          <p:cNvPr id="44" name="组合 43">
            <a:extLst>
              <a:ext uri="{FF2B5EF4-FFF2-40B4-BE49-F238E27FC236}">
                <a16:creationId xmlns:a16="http://schemas.microsoft.com/office/drawing/2014/main" id="{DD683761-C5A8-B42B-B330-023124BFEB24}"/>
              </a:ext>
            </a:extLst>
          </p:cNvPr>
          <p:cNvGrpSpPr/>
          <p:nvPr/>
        </p:nvGrpSpPr>
        <p:grpSpPr>
          <a:xfrm>
            <a:off x="9102073" y="2385033"/>
            <a:ext cx="2764744" cy="3533671"/>
            <a:chOff x="674493" y="2494215"/>
            <a:chExt cx="2764744" cy="3533671"/>
          </a:xfrm>
        </p:grpSpPr>
        <p:sp>
          <p:nvSpPr>
            <p:cNvPr id="45" name="矩形 44">
              <a:extLst>
                <a:ext uri="{FF2B5EF4-FFF2-40B4-BE49-F238E27FC236}">
                  <a16:creationId xmlns:a16="http://schemas.microsoft.com/office/drawing/2014/main" id="{9B608F69-13F3-779F-6494-E8E02FFBD4E2}"/>
                </a:ext>
              </a:extLst>
            </p:cNvPr>
            <p:cNvSpPr/>
            <p:nvPr/>
          </p:nvSpPr>
          <p:spPr>
            <a:xfrm>
              <a:off x="789683" y="2605585"/>
              <a:ext cx="2649554" cy="3422301"/>
            </a:xfrm>
            <a:prstGeom prst="rect">
              <a:avLst/>
            </a:prstGeom>
            <a:solidFill>
              <a:schemeClr val="bg1">
                <a:alpha val="88000"/>
              </a:schemeClr>
            </a:solidFill>
            <a:ln w="6350">
              <a:gradFill>
                <a:gsLst>
                  <a:gs pos="0">
                    <a:srgbClr val="2D5293">
                      <a:alpha val="84000"/>
                    </a:srgbClr>
                  </a:gs>
                  <a:gs pos="46000">
                    <a:schemeClr val="accent1">
                      <a:lumMod val="45000"/>
                      <a:lumOff val="55000"/>
                    </a:schemeClr>
                  </a:gs>
                  <a:gs pos="100000">
                    <a:srgbClr val="1F3764">
                      <a:alpha val="82000"/>
                    </a:srgb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矩形 45">
              <a:extLst>
                <a:ext uri="{FF2B5EF4-FFF2-40B4-BE49-F238E27FC236}">
                  <a16:creationId xmlns:a16="http://schemas.microsoft.com/office/drawing/2014/main" id="{2EBBBF50-48DA-098C-31BF-BF67ED018F46}"/>
                </a:ext>
              </a:extLst>
            </p:cNvPr>
            <p:cNvSpPr/>
            <p:nvPr/>
          </p:nvSpPr>
          <p:spPr>
            <a:xfrm>
              <a:off x="674493" y="2494215"/>
              <a:ext cx="2649554" cy="3422301"/>
            </a:xfrm>
            <a:prstGeom prst="rect">
              <a:avLst/>
            </a:prstGeom>
            <a:solidFill>
              <a:schemeClr val="bg1">
                <a:alpha val="88000"/>
              </a:schemeClr>
            </a:solidFill>
            <a:ln w="6350">
              <a:gradFill>
                <a:gsLst>
                  <a:gs pos="0">
                    <a:srgbClr val="2D5293">
                      <a:alpha val="84000"/>
                    </a:srgbClr>
                  </a:gs>
                  <a:gs pos="46000">
                    <a:schemeClr val="accent1">
                      <a:lumMod val="45000"/>
                      <a:lumOff val="55000"/>
                    </a:schemeClr>
                  </a:gs>
                  <a:gs pos="100000">
                    <a:srgbClr val="1F3764">
                      <a:alpha val="31162"/>
                    </a:srgb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文本框 46">
              <a:extLst>
                <a:ext uri="{FF2B5EF4-FFF2-40B4-BE49-F238E27FC236}">
                  <a16:creationId xmlns:a16="http://schemas.microsoft.com/office/drawing/2014/main" id="{72A6B079-85E8-DB97-F19B-4C4CBA60877B}"/>
                </a:ext>
              </a:extLst>
            </p:cNvPr>
            <p:cNvSpPr txBox="1"/>
            <p:nvPr/>
          </p:nvSpPr>
          <p:spPr>
            <a:xfrm>
              <a:off x="798718" y="3467921"/>
              <a:ext cx="2441694" cy="769441"/>
            </a:xfrm>
            <a:prstGeom prst="rect">
              <a:avLst/>
            </a:prstGeom>
            <a:noFill/>
          </p:spPr>
          <p:txBody>
            <a:bodyPr wrap="none" rtlCol="0">
              <a:spAutoFit/>
            </a:bodyPr>
            <a:lstStyle/>
            <a:p>
              <a:r>
                <a:rPr kumimoji="1" lang="zh-CN" altLang="en-US" sz="4400" dirty="0">
                  <a:gradFill>
                    <a:gsLst>
                      <a:gs pos="0">
                        <a:srgbClr val="2D5293"/>
                      </a:gs>
                      <a:gs pos="100000">
                        <a:srgbClr val="1F3764"/>
                      </a:gs>
                    </a:gsLst>
                    <a:lin ang="5400000" scaled="1"/>
                  </a:gradFill>
                  <a:latin typeface="+mj-ea"/>
                  <a:ea typeface="+mj-ea"/>
                </a:rPr>
                <a:t>下步规划</a:t>
              </a:r>
            </a:p>
          </p:txBody>
        </p:sp>
        <p:sp>
          <p:nvSpPr>
            <p:cNvPr id="48" name="文本框 47">
              <a:extLst>
                <a:ext uri="{FF2B5EF4-FFF2-40B4-BE49-F238E27FC236}">
                  <a16:creationId xmlns:a16="http://schemas.microsoft.com/office/drawing/2014/main" id="{CE135D03-DE27-3E59-CED9-63866576B9FA}"/>
                </a:ext>
              </a:extLst>
            </p:cNvPr>
            <p:cNvSpPr txBox="1"/>
            <p:nvPr/>
          </p:nvSpPr>
          <p:spPr>
            <a:xfrm>
              <a:off x="1064817" y="2898817"/>
              <a:ext cx="1909497" cy="584775"/>
            </a:xfrm>
            <a:prstGeom prst="rect">
              <a:avLst/>
            </a:prstGeom>
            <a:noFill/>
          </p:spPr>
          <p:txBody>
            <a:bodyPr wrap="none" rtlCol="0">
              <a:spAutoFit/>
            </a:bodyPr>
            <a:lstStyle/>
            <a:p>
              <a:r>
                <a:rPr kumimoji="1" lang="en-US" altLang="zh-CN" sz="3200" dirty="0">
                  <a:gradFill>
                    <a:gsLst>
                      <a:gs pos="0">
                        <a:srgbClr val="2D5293"/>
                      </a:gs>
                      <a:gs pos="100000">
                        <a:srgbClr val="1F3764"/>
                      </a:gs>
                    </a:gsLst>
                    <a:lin ang="5400000" scaled="1"/>
                  </a:gradFill>
                  <a:latin typeface="+mj-ea"/>
                  <a:ea typeface="+mj-ea"/>
                </a:rPr>
                <a:t>PART</a:t>
              </a:r>
              <a:r>
                <a:rPr kumimoji="1" lang="zh-CN" altLang="en-US" sz="3200" dirty="0">
                  <a:gradFill>
                    <a:gsLst>
                      <a:gs pos="0">
                        <a:srgbClr val="2D5293"/>
                      </a:gs>
                      <a:gs pos="100000">
                        <a:srgbClr val="1F3764"/>
                      </a:gs>
                    </a:gsLst>
                    <a:lin ang="5400000" scaled="1"/>
                  </a:gradFill>
                  <a:latin typeface="+mj-ea"/>
                  <a:ea typeface="+mj-ea"/>
                </a:rPr>
                <a:t> </a:t>
              </a:r>
              <a:r>
                <a:rPr kumimoji="1" lang="en-US" altLang="zh-CN" sz="3200" dirty="0">
                  <a:gradFill>
                    <a:gsLst>
                      <a:gs pos="0">
                        <a:srgbClr val="2D5293"/>
                      </a:gs>
                      <a:gs pos="100000">
                        <a:srgbClr val="1F3764"/>
                      </a:gs>
                    </a:gsLst>
                    <a:lin ang="5400000" scaled="1"/>
                  </a:gradFill>
                  <a:latin typeface="+mj-ea"/>
                  <a:ea typeface="+mj-ea"/>
                </a:rPr>
                <a:t>O4</a:t>
              </a:r>
              <a:endParaRPr kumimoji="1" lang="zh-CN" altLang="en-US" sz="3200" dirty="0">
                <a:gradFill>
                  <a:gsLst>
                    <a:gs pos="0">
                      <a:srgbClr val="2D5293"/>
                    </a:gs>
                    <a:gs pos="100000">
                      <a:srgbClr val="1F3764"/>
                    </a:gs>
                  </a:gsLst>
                  <a:lin ang="5400000" scaled="1"/>
                </a:gradFill>
                <a:latin typeface="+mj-ea"/>
                <a:ea typeface="+mj-ea"/>
              </a:endParaRPr>
            </a:p>
          </p:txBody>
        </p:sp>
        <p:sp>
          <p:nvSpPr>
            <p:cNvPr id="49" name="文本框 48">
              <a:extLst>
                <a:ext uri="{FF2B5EF4-FFF2-40B4-BE49-F238E27FC236}">
                  <a16:creationId xmlns:a16="http://schemas.microsoft.com/office/drawing/2014/main" id="{A44DC314-86F7-66A1-E261-3ED7AEB67D6D}"/>
                </a:ext>
              </a:extLst>
            </p:cNvPr>
            <p:cNvSpPr txBox="1"/>
            <p:nvPr/>
          </p:nvSpPr>
          <p:spPr>
            <a:xfrm>
              <a:off x="852611" y="4288438"/>
              <a:ext cx="2333909" cy="976421"/>
            </a:xfrm>
            <a:prstGeom prst="rect">
              <a:avLst/>
            </a:prstGeom>
            <a:noFill/>
          </p:spPr>
          <p:txBody>
            <a:bodyPr wrap="square" rtlCol="0">
              <a:spAutoFit/>
            </a:bodyPr>
            <a:lstStyle/>
            <a:p>
              <a:pPr algn="ctr">
                <a:lnSpc>
                  <a:spcPct val="150000"/>
                </a:lnSpc>
              </a:pPr>
              <a:r>
                <a:rPr kumimoji="1" lang="en-US" altLang="zh-CN" sz="1000" dirty="0">
                  <a:solidFill>
                    <a:schemeClr val="tx1">
                      <a:lumMod val="50000"/>
                      <a:lumOff val="50000"/>
                    </a:schemeClr>
                  </a:solidFill>
                  <a:latin typeface="+mn-ea"/>
                </a:rPr>
                <a:t>PLEASE</a:t>
              </a:r>
              <a:r>
                <a:rPr kumimoji="1" lang="zh-CN" altLang="en-US" sz="1000" dirty="0">
                  <a:solidFill>
                    <a:schemeClr val="tx1">
                      <a:lumMod val="50000"/>
                      <a:lumOff val="50000"/>
                    </a:schemeClr>
                  </a:solidFill>
                  <a:latin typeface="+mn-ea"/>
                </a:rPr>
                <a:t> </a:t>
              </a:r>
              <a:r>
                <a:rPr kumimoji="1" lang="en" altLang="zh-CN" sz="1000" dirty="0">
                  <a:solidFill>
                    <a:schemeClr val="tx1">
                      <a:lumMod val="50000"/>
                      <a:lumOff val="50000"/>
                    </a:schemeClr>
                  </a:solidFill>
                  <a:latin typeface="+mn-ea"/>
                </a:rPr>
                <a:t>ENTER THE RELEVANT CONTENT YOU NEED HERE. THANK YOU FOR DOWNLOADING OUR PPT TEMPLATE FILE.</a:t>
              </a:r>
            </a:p>
          </p:txBody>
        </p:sp>
        <p:sp>
          <p:nvSpPr>
            <p:cNvPr id="50" name="任意形状 49">
              <a:extLst>
                <a:ext uri="{FF2B5EF4-FFF2-40B4-BE49-F238E27FC236}">
                  <a16:creationId xmlns:a16="http://schemas.microsoft.com/office/drawing/2014/main" id="{DCCDBAF9-7EEF-124B-1B46-A26589349580}"/>
                </a:ext>
              </a:extLst>
            </p:cNvPr>
            <p:cNvSpPr/>
            <p:nvPr/>
          </p:nvSpPr>
          <p:spPr>
            <a:xfrm rot="5400000">
              <a:off x="1939048" y="5274710"/>
              <a:ext cx="161035" cy="525511"/>
            </a:xfrm>
            <a:custGeom>
              <a:avLst/>
              <a:gdLst>
                <a:gd name="connsiteX0" fmla="*/ 0 w 161035"/>
                <a:gd name="connsiteY0" fmla="*/ 138823 h 525511"/>
                <a:gd name="connsiteX1" fmla="*/ 80518 w 161035"/>
                <a:gd name="connsiteY1" fmla="*/ 0 h 525511"/>
                <a:gd name="connsiteX2" fmla="*/ 161035 w 161035"/>
                <a:gd name="connsiteY2" fmla="*/ 138823 h 525511"/>
                <a:gd name="connsiteX3" fmla="*/ 0 w 161035"/>
                <a:gd name="connsiteY3" fmla="*/ 332167 h 525511"/>
                <a:gd name="connsiteX4" fmla="*/ 80518 w 161035"/>
                <a:gd name="connsiteY4" fmla="*/ 193344 h 525511"/>
                <a:gd name="connsiteX5" fmla="*/ 161035 w 161035"/>
                <a:gd name="connsiteY5" fmla="*/ 332167 h 525511"/>
                <a:gd name="connsiteX6" fmla="*/ 0 w 161035"/>
                <a:gd name="connsiteY6" fmla="*/ 525511 h 525511"/>
                <a:gd name="connsiteX7" fmla="*/ 80518 w 161035"/>
                <a:gd name="connsiteY7" fmla="*/ 386688 h 525511"/>
                <a:gd name="connsiteX8" fmla="*/ 161035 w 161035"/>
                <a:gd name="connsiteY8" fmla="*/ 525511 h 525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035" h="525511">
                  <a:moveTo>
                    <a:pt x="0" y="138823"/>
                  </a:moveTo>
                  <a:lnTo>
                    <a:pt x="80518" y="0"/>
                  </a:lnTo>
                  <a:lnTo>
                    <a:pt x="161035" y="138823"/>
                  </a:lnTo>
                  <a:close/>
                  <a:moveTo>
                    <a:pt x="0" y="332167"/>
                  </a:moveTo>
                  <a:lnTo>
                    <a:pt x="80518" y="193344"/>
                  </a:lnTo>
                  <a:lnTo>
                    <a:pt x="161035" y="332167"/>
                  </a:lnTo>
                  <a:close/>
                  <a:moveTo>
                    <a:pt x="0" y="525511"/>
                  </a:moveTo>
                  <a:lnTo>
                    <a:pt x="80518" y="386688"/>
                  </a:lnTo>
                  <a:lnTo>
                    <a:pt x="161035" y="525511"/>
                  </a:lnTo>
                  <a:close/>
                </a:path>
              </a:pathLst>
            </a:custGeom>
            <a:gradFill flip="none" rotWithShape="1">
              <a:gsLst>
                <a:gs pos="0">
                  <a:srgbClr val="2D5293"/>
                </a:gs>
                <a:gs pos="100000">
                  <a:srgbClr val="1F3764">
                    <a:alpha val="82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grpSp>
      <p:sp>
        <p:nvSpPr>
          <p:cNvPr id="52" name="文本框 51">
            <a:extLst>
              <a:ext uri="{FF2B5EF4-FFF2-40B4-BE49-F238E27FC236}">
                <a16:creationId xmlns:a16="http://schemas.microsoft.com/office/drawing/2014/main" id="{C3BFBAF6-E6DA-1A88-1C63-ED77680D258B}"/>
              </a:ext>
            </a:extLst>
          </p:cNvPr>
          <p:cNvSpPr txBox="1"/>
          <p:nvPr/>
        </p:nvSpPr>
        <p:spPr>
          <a:xfrm>
            <a:off x="4115166" y="841234"/>
            <a:ext cx="6292599" cy="1323439"/>
          </a:xfrm>
          <a:prstGeom prst="rect">
            <a:avLst/>
          </a:prstGeom>
          <a:noFill/>
        </p:spPr>
        <p:txBody>
          <a:bodyPr wrap="square" rtlCol="0">
            <a:spAutoFit/>
          </a:bodyPr>
          <a:lstStyle/>
          <a:p>
            <a:pPr algn="dist"/>
            <a:r>
              <a:rPr kumimoji="1" lang="en-US" altLang="zh-CN" sz="8000" dirty="0">
                <a:gradFill flip="none" rotWithShape="1">
                  <a:gsLst>
                    <a:gs pos="0">
                      <a:srgbClr val="2D5293"/>
                    </a:gs>
                    <a:gs pos="73000">
                      <a:srgbClr val="1F3764"/>
                    </a:gs>
                  </a:gsLst>
                  <a:lin ang="2700000" scaled="1"/>
                  <a:tileRect/>
                </a:gradFill>
                <a:effectLst>
                  <a:outerShdw blurRad="76200" dist="1016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CONTENTS</a:t>
            </a:r>
            <a:endParaRPr kumimoji="1" lang="zh-CN" altLang="en-US" sz="5400" dirty="0">
              <a:gradFill flip="none" rotWithShape="1">
                <a:gsLst>
                  <a:gs pos="0">
                    <a:srgbClr val="2D5293"/>
                  </a:gs>
                  <a:gs pos="73000">
                    <a:srgbClr val="1F3764"/>
                  </a:gs>
                </a:gsLst>
                <a:lin ang="2700000" scaled="1"/>
                <a:tileRect/>
              </a:gradFill>
              <a:effectLst>
                <a:outerShdw blurRad="76200" dist="101600" dir="2700000" algn="tl" rotWithShape="0">
                  <a:srgbClr val="1F3764">
                    <a:alpha val="20000"/>
                  </a:srgbClr>
                </a:outerShdw>
              </a:effectLst>
              <a:latin typeface="+mj-ea"/>
              <a:ea typeface="+mj-ea"/>
            </a:endParaRPr>
          </a:p>
        </p:txBody>
      </p:sp>
    </p:spTree>
    <p:extLst>
      <p:ext uri="{BB962C8B-B14F-4D97-AF65-F5344CB8AC3E}">
        <p14:creationId xmlns:p14="http://schemas.microsoft.com/office/powerpoint/2010/main" val="3848113461"/>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linds(horizontal)">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blinds(horizontal)">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blinds(horizontal)">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blinds(horizontal)">
                                      <p:cBhvr>
                                        <p:cTn id="2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EBE0331-A95A-1B47-9146-69401457EC6F}"/>
              </a:ext>
            </a:extLst>
          </p:cNvPr>
          <p:cNvSpPr txBox="1"/>
          <p:nvPr/>
        </p:nvSpPr>
        <p:spPr>
          <a:xfrm>
            <a:off x="2660156" y="2588655"/>
            <a:ext cx="6871687" cy="1446550"/>
          </a:xfrm>
          <a:prstGeom prst="rect">
            <a:avLst/>
          </a:prstGeom>
          <a:noFill/>
        </p:spPr>
        <p:txBody>
          <a:bodyPr wrap="square" rtlCol="0">
            <a:spAutoFit/>
          </a:bodyPr>
          <a:lstStyle/>
          <a:p>
            <a:pPr algn="dist"/>
            <a:r>
              <a:rPr kumimoji="1" lang="zh-CN" altLang="en-US" sz="8800" dirty="0">
                <a:gradFill>
                  <a:gsLst>
                    <a:gs pos="0">
                      <a:srgbClr val="2D5293"/>
                    </a:gs>
                    <a:gs pos="100000">
                      <a:srgbClr val="1F3764">
                        <a:alpha val="82000"/>
                      </a:srgbClr>
                    </a:gs>
                  </a:gsLst>
                  <a:lin ang="2700000" scaled="1"/>
                </a:gra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工作概述</a:t>
            </a:r>
          </a:p>
        </p:txBody>
      </p:sp>
      <p:sp>
        <p:nvSpPr>
          <p:cNvPr id="3" name="文本框 2">
            <a:extLst>
              <a:ext uri="{FF2B5EF4-FFF2-40B4-BE49-F238E27FC236}">
                <a16:creationId xmlns:a16="http://schemas.microsoft.com/office/drawing/2014/main" id="{70530273-A753-1B47-AF11-E509F0EDA5B7}"/>
              </a:ext>
            </a:extLst>
          </p:cNvPr>
          <p:cNvSpPr txBox="1"/>
          <p:nvPr/>
        </p:nvSpPr>
        <p:spPr>
          <a:xfrm>
            <a:off x="4710043" y="1819214"/>
            <a:ext cx="2771913" cy="769441"/>
          </a:xfrm>
          <a:prstGeom prst="rect">
            <a:avLst/>
          </a:prstGeom>
          <a:noFill/>
        </p:spPr>
        <p:txBody>
          <a:bodyPr wrap="none" rtlCol="0">
            <a:spAutoFit/>
          </a:bodyPr>
          <a:lstStyle/>
          <a:p>
            <a:r>
              <a:rPr kumimoji="1" lang="en-US" altLang="zh-CN" sz="4400" dirty="0">
                <a:gradFill>
                  <a:gsLst>
                    <a:gs pos="0">
                      <a:srgbClr val="2D5293"/>
                    </a:gs>
                    <a:gs pos="100000">
                      <a:srgbClr val="1F3764">
                        <a:alpha val="82000"/>
                      </a:srgbClr>
                    </a:gs>
                  </a:gsLst>
                  <a:lin ang="2700000" scaled="1"/>
                </a:gra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PART</a:t>
            </a:r>
            <a:r>
              <a:rPr kumimoji="1" lang="zh-CN" altLang="en-US" sz="4400" dirty="0">
                <a:gradFill>
                  <a:gsLst>
                    <a:gs pos="0">
                      <a:srgbClr val="2D5293"/>
                    </a:gs>
                    <a:gs pos="100000">
                      <a:srgbClr val="1F3764">
                        <a:alpha val="82000"/>
                      </a:srgbClr>
                    </a:gs>
                  </a:gsLst>
                  <a:lin ang="2700000" scaled="1"/>
                </a:gra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 </a:t>
            </a:r>
            <a:r>
              <a:rPr kumimoji="1" lang="en-US" altLang="zh-CN" sz="4400" dirty="0">
                <a:gradFill>
                  <a:gsLst>
                    <a:gs pos="0">
                      <a:srgbClr val="2D5293"/>
                    </a:gs>
                    <a:gs pos="100000">
                      <a:srgbClr val="1F3764">
                        <a:alpha val="82000"/>
                      </a:srgbClr>
                    </a:gs>
                  </a:gsLst>
                  <a:lin ang="2700000" scaled="1"/>
                </a:gra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O1</a:t>
            </a:r>
            <a:endParaRPr kumimoji="1" lang="zh-CN" altLang="en-US" sz="4400" dirty="0">
              <a:gradFill>
                <a:gsLst>
                  <a:gs pos="0">
                    <a:srgbClr val="2D5293"/>
                  </a:gs>
                  <a:gs pos="100000">
                    <a:srgbClr val="1F3764">
                      <a:alpha val="82000"/>
                    </a:srgbClr>
                  </a:gs>
                </a:gsLst>
                <a:lin ang="2700000" scaled="1"/>
              </a:gra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endParaRPr>
          </a:p>
        </p:txBody>
      </p:sp>
      <p:sp>
        <p:nvSpPr>
          <p:cNvPr id="4" name="文本框 3">
            <a:extLst>
              <a:ext uri="{FF2B5EF4-FFF2-40B4-BE49-F238E27FC236}">
                <a16:creationId xmlns:a16="http://schemas.microsoft.com/office/drawing/2014/main" id="{A5B3D8E8-A62A-FF47-B9E9-1635B8401AB2}"/>
              </a:ext>
            </a:extLst>
          </p:cNvPr>
          <p:cNvSpPr txBox="1"/>
          <p:nvPr/>
        </p:nvSpPr>
        <p:spPr>
          <a:xfrm>
            <a:off x="2845519" y="4035205"/>
            <a:ext cx="6500961" cy="778226"/>
          </a:xfrm>
          <a:prstGeom prst="rect">
            <a:avLst/>
          </a:prstGeom>
          <a:noFill/>
        </p:spPr>
        <p:txBody>
          <a:bodyPr wrap="square" rtlCol="0">
            <a:spAutoFit/>
          </a:bodyPr>
          <a:lstStyle/>
          <a:p>
            <a:pPr algn="ctr">
              <a:lnSpc>
                <a:spcPct val="150000"/>
              </a:lnSpc>
            </a:pPr>
            <a:r>
              <a:rPr lang="en" altLang="zh-CN" sz="1050" dirty="0">
                <a:solidFill>
                  <a:schemeClr val="tx1">
                    <a:lumMod val="65000"/>
                    <a:lumOff val="35000"/>
                  </a:schemeClr>
                </a:solidFill>
                <a:latin typeface="+mn-ea"/>
              </a:rPr>
              <a:t>YOUR CONTENT IS ENTERED HERE, OR BY COPYING YOUR TEXT, SELECT PASTE IN THIS BOX AND CHOOSE TO RETAIN ONLY TEXT. YOUR CONTENT IS TYPED HERE, OR BY COPYING YOUR TEXT, SELECT PASTE IN THIS BOX.</a:t>
            </a:r>
          </a:p>
        </p:txBody>
      </p:sp>
    </p:spTree>
    <p:extLst>
      <p:ext uri="{BB962C8B-B14F-4D97-AF65-F5344CB8AC3E}">
        <p14:creationId xmlns:p14="http://schemas.microsoft.com/office/powerpoint/2010/main" val="414646952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0351C1F-6B5A-DE43-9656-72D9DCD86E83}"/>
              </a:ext>
            </a:extLst>
          </p:cNvPr>
          <p:cNvSpPr txBox="1"/>
          <p:nvPr/>
        </p:nvSpPr>
        <p:spPr>
          <a:xfrm>
            <a:off x="181204" y="259385"/>
            <a:ext cx="2550426" cy="646331"/>
          </a:xfrm>
          <a:prstGeom prst="rect">
            <a:avLst/>
          </a:prstGeom>
          <a:noFill/>
        </p:spPr>
        <p:txBody>
          <a:bodyPr wrap="square" rtlCol="0">
            <a:spAutoFit/>
          </a:bodyPr>
          <a:lstStyle/>
          <a:p>
            <a:pPr algn="dist"/>
            <a:r>
              <a:rPr kumimoji="1" lang="zh-CN" altLang="en-US" sz="3600" dirty="0">
                <a:solidFill>
                  <a:schemeClr val="bg1"/>
                </a:soli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工作概述</a:t>
            </a:r>
          </a:p>
        </p:txBody>
      </p:sp>
      <p:sp>
        <p:nvSpPr>
          <p:cNvPr id="4" name="矩形 3">
            <a:extLst>
              <a:ext uri="{FF2B5EF4-FFF2-40B4-BE49-F238E27FC236}">
                <a16:creationId xmlns:a16="http://schemas.microsoft.com/office/drawing/2014/main" id="{DA22333A-651F-C4AB-3066-3E5418DA4680}"/>
              </a:ext>
            </a:extLst>
          </p:cNvPr>
          <p:cNvSpPr/>
          <p:nvPr/>
        </p:nvSpPr>
        <p:spPr>
          <a:xfrm>
            <a:off x="1250496" y="1764861"/>
            <a:ext cx="2677885" cy="4191000"/>
          </a:xfrm>
          <a:prstGeom prst="rect">
            <a:avLst/>
          </a:prstGeom>
          <a:blipFill>
            <a:blip r:embed="rId3" cstate="screen">
              <a:extLst>
                <a:ext uri="{28A0092B-C50C-407E-A947-70E740481C1C}">
                  <a14:useLocalDpi xmlns:a14="http://schemas.microsoft.com/office/drawing/2010/main"/>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a:extLst>
              <a:ext uri="{FF2B5EF4-FFF2-40B4-BE49-F238E27FC236}">
                <a16:creationId xmlns:a16="http://schemas.microsoft.com/office/drawing/2014/main" id="{5BF90AB5-E97A-B301-DD74-C6770767EE42}"/>
              </a:ext>
            </a:extLst>
          </p:cNvPr>
          <p:cNvSpPr/>
          <p:nvPr/>
        </p:nvSpPr>
        <p:spPr>
          <a:xfrm>
            <a:off x="3971922" y="4034078"/>
            <a:ext cx="2547261" cy="1921783"/>
          </a:xfrm>
          <a:prstGeom prst="rect">
            <a:avLst/>
          </a:prstGeom>
          <a:blipFill dpi="0" rotWithShape="1">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0F9CB3A1-887F-4F70-8291-3AA5269AE436}"/>
              </a:ext>
            </a:extLst>
          </p:cNvPr>
          <p:cNvSpPr/>
          <p:nvPr/>
        </p:nvSpPr>
        <p:spPr>
          <a:xfrm>
            <a:off x="6576171" y="4034078"/>
            <a:ext cx="4321630" cy="1921783"/>
          </a:xfrm>
          <a:prstGeom prst="rect">
            <a:avLst/>
          </a:prstGeom>
          <a:blipFill>
            <a:blip r:embed="rId5" cstate="screen">
              <a:extLst>
                <a:ext uri="{28A0092B-C50C-407E-A947-70E740481C1C}">
                  <a14:useLocalDpi xmlns:a14="http://schemas.microsoft.com/office/drawing/2010/main"/>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矩形 6">
            <a:extLst>
              <a:ext uri="{FF2B5EF4-FFF2-40B4-BE49-F238E27FC236}">
                <a16:creationId xmlns:a16="http://schemas.microsoft.com/office/drawing/2014/main" id="{6A6D25BA-8BF4-164B-E57D-5C9294CA61A2}"/>
              </a:ext>
            </a:extLst>
          </p:cNvPr>
          <p:cNvSpPr/>
          <p:nvPr/>
        </p:nvSpPr>
        <p:spPr>
          <a:xfrm>
            <a:off x="3971920" y="1764860"/>
            <a:ext cx="3439891" cy="2231572"/>
          </a:xfrm>
          <a:prstGeom prst="rect">
            <a:avLst/>
          </a:prstGeom>
          <a:blipFill>
            <a:blip r:embed="rId6" cstate="screen">
              <a:extLst>
                <a:ext uri="{28A0092B-C50C-407E-A947-70E740481C1C}">
                  <a14:useLocalDpi xmlns:a14="http://schemas.microsoft.com/office/drawing/2010/main"/>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矩形 8">
            <a:extLst>
              <a:ext uri="{FF2B5EF4-FFF2-40B4-BE49-F238E27FC236}">
                <a16:creationId xmlns:a16="http://schemas.microsoft.com/office/drawing/2014/main" id="{DF8445B3-FEE4-4702-36DA-719D259F0425}"/>
              </a:ext>
            </a:extLst>
          </p:cNvPr>
          <p:cNvSpPr/>
          <p:nvPr/>
        </p:nvSpPr>
        <p:spPr>
          <a:xfrm>
            <a:off x="1250496" y="4966720"/>
            <a:ext cx="2677885" cy="989140"/>
          </a:xfrm>
          <a:prstGeom prst="rect">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a:extLst>
              <a:ext uri="{FF2B5EF4-FFF2-40B4-BE49-F238E27FC236}">
                <a16:creationId xmlns:a16="http://schemas.microsoft.com/office/drawing/2014/main" id="{91B8EB5D-EB73-D6BD-73F9-515E6BF60C2C}"/>
              </a:ext>
            </a:extLst>
          </p:cNvPr>
          <p:cNvSpPr txBox="1"/>
          <p:nvPr/>
        </p:nvSpPr>
        <p:spPr>
          <a:xfrm>
            <a:off x="1472786" y="5048757"/>
            <a:ext cx="2233304" cy="584775"/>
          </a:xfrm>
          <a:prstGeom prst="rect">
            <a:avLst/>
          </a:prstGeom>
          <a:noFill/>
        </p:spPr>
        <p:txBody>
          <a:bodyPr wrap="none" rtlCol="0">
            <a:spAutoFit/>
          </a:bodyPr>
          <a:lstStyle/>
          <a:p>
            <a:r>
              <a:rPr kumimoji="1" lang="en-US" altLang="zh-CN" sz="3200" dirty="0">
                <a:solidFill>
                  <a:schemeClr val="bg1"/>
                </a:solidFill>
                <a:latin typeface="+mj-ea"/>
                <a:ea typeface="+mj-ea"/>
              </a:rPr>
              <a:t>BUSINESS</a:t>
            </a:r>
            <a:endParaRPr kumimoji="1" lang="zh-CN" altLang="en-US" sz="3200" dirty="0">
              <a:solidFill>
                <a:schemeClr val="bg1"/>
              </a:solidFill>
              <a:latin typeface="+mj-ea"/>
              <a:ea typeface="+mj-ea"/>
            </a:endParaRPr>
          </a:p>
        </p:txBody>
      </p:sp>
      <p:sp>
        <p:nvSpPr>
          <p:cNvPr id="11" name="文本框 10">
            <a:extLst>
              <a:ext uri="{FF2B5EF4-FFF2-40B4-BE49-F238E27FC236}">
                <a16:creationId xmlns:a16="http://schemas.microsoft.com/office/drawing/2014/main" id="{052ABD91-465E-E075-9233-CBE2A61F5955}"/>
              </a:ext>
            </a:extLst>
          </p:cNvPr>
          <p:cNvSpPr txBox="1"/>
          <p:nvPr/>
        </p:nvSpPr>
        <p:spPr>
          <a:xfrm>
            <a:off x="1486233" y="5593191"/>
            <a:ext cx="2219857" cy="261610"/>
          </a:xfrm>
          <a:prstGeom prst="rect">
            <a:avLst/>
          </a:prstGeom>
          <a:noFill/>
        </p:spPr>
        <p:txBody>
          <a:bodyPr wrap="square" rtlCol="0">
            <a:spAutoFit/>
          </a:bodyPr>
          <a:lstStyle/>
          <a:p>
            <a:pPr algn="dist"/>
            <a:r>
              <a:rPr kumimoji="1" lang="en-US" altLang="zh-CN" sz="1100" dirty="0">
                <a:solidFill>
                  <a:schemeClr val="bg1"/>
                </a:solidFill>
                <a:latin typeface="+mn-ea"/>
              </a:rPr>
              <a:t>2O2X</a:t>
            </a:r>
            <a:r>
              <a:rPr kumimoji="1" lang="zh-CN" altLang="en-US" sz="1100" dirty="0">
                <a:solidFill>
                  <a:schemeClr val="bg1"/>
                </a:solidFill>
                <a:latin typeface="+mn-ea"/>
              </a:rPr>
              <a:t> </a:t>
            </a:r>
            <a:r>
              <a:rPr kumimoji="1" lang="en-US" altLang="zh-CN" sz="1100" dirty="0">
                <a:solidFill>
                  <a:schemeClr val="bg1"/>
                </a:solidFill>
                <a:latin typeface="+mn-ea"/>
              </a:rPr>
              <a:t>COMPANY</a:t>
            </a:r>
            <a:endParaRPr kumimoji="1" lang="zh-CN" altLang="en-US" sz="1100" dirty="0">
              <a:solidFill>
                <a:schemeClr val="bg1"/>
              </a:solidFill>
              <a:latin typeface="+mn-ea"/>
            </a:endParaRPr>
          </a:p>
        </p:txBody>
      </p:sp>
      <p:sp>
        <p:nvSpPr>
          <p:cNvPr id="16" name="文本框 15">
            <a:extLst>
              <a:ext uri="{FF2B5EF4-FFF2-40B4-BE49-F238E27FC236}">
                <a16:creationId xmlns:a16="http://schemas.microsoft.com/office/drawing/2014/main" id="{7CAAE697-DBF5-A3E3-2B8D-28C4EBE2446B}"/>
              </a:ext>
            </a:extLst>
          </p:cNvPr>
          <p:cNvSpPr txBox="1"/>
          <p:nvPr/>
        </p:nvSpPr>
        <p:spPr>
          <a:xfrm>
            <a:off x="7629416" y="2633764"/>
            <a:ext cx="2911718" cy="876266"/>
          </a:xfrm>
          <a:prstGeom prst="rect">
            <a:avLst/>
          </a:prstGeom>
          <a:noFill/>
          <a:effectLst/>
        </p:spPr>
        <p:txBody>
          <a:bodyPr wrap="square" rtlCol="0">
            <a:spAutoFit/>
          </a:bodyPr>
          <a:lstStyle/>
          <a:p>
            <a:pPr marL="171450" indent="-171450">
              <a:lnSpc>
                <a:spcPct val="150000"/>
              </a:lnSpc>
              <a:buFont typeface="Wingdings" pitchFamily="2" charset="2"/>
              <a:buChar char="ü"/>
            </a:pPr>
            <a:r>
              <a:rPr lang="zh-CN" altLang="en-US" sz="1200" dirty="0">
                <a:solidFill>
                  <a:schemeClr val="tx1">
                    <a:lumMod val="75000"/>
                    <a:lumOff val="25000"/>
                  </a:schemeClr>
                </a:solidFill>
                <a:latin typeface="+mn-ea"/>
                <a:cs typeface="+mn-ea"/>
                <a:sym typeface="+mn-lt"/>
              </a:rPr>
              <a:t>点击输入简要文字文字尽量概括精炼。</a:t>
            </a:r>
            <a:endParaRPr lang="en-US" altLang="zh-CN" sz="1200" dirty="0">
              <a:solidFill>
                <a:schemeClr val="tx1">
                  <a:lumMod val="75000"/>
                  <a:lumOff val="25000"/>
                </a:schemeClr>
              </a:solidFill>
              <a:latin typeface="+mn-ea"/>
              <a:cs typeface="+mn-ea"/>
              <a:sym typeface="+mn-lt"/>
            </a:endParaRPr>
          </a:p>
          <a:p>
            <a:pPr marL="171450" indent="-171450">
              <a:lnSpc>
                <a:spcPct val="150000"/>
              </a:lnSpc>
              <a:buFont typeface="Wingdings" pitchFamily="2" charset="2"/>
              <a:buChar char="ü"/>
            </a:pPr>
            <a:r>
              <a:rPr lang="zh-CN" altLang="en-US" sz="1200" dirty="0">
                <a:solidFill>
                  <a:schemeClr val="tx1">
                    <a:lumMod val="75000"/>
                    <a:lumOff val="25000"/>
                  </a:schemeClr>
                </a:solidFill>
                <a:latin typeface="+mn-ea"/>
                <a:cs typeface="+mn-ea"/>
                <a:sym typeface="+mn-lt"/>
              </a:rPr>
              <a:t>点击输入简要文字文字尽量概括精炼。</a:t>
            </a:r>
            <a:endParaRPr lang="en-US" altLang="zh-CN" sz="1200" dirty="0">
              <a:solidFill>
                <a:schemeClr val="tx1">
                  <a:lumMod val="75000"/>
                  <a:lumOff val="25000"/>
                </a:schemeClr>
              </a:solidFill>
              <a:latin typeface="+mn-ea"/>
              <a:cs typeface="+mn-ea"/>
              <a:sym typeface="+mn-lt"/>
            </a:endParaRPr>
          </a:p>
          <a:p>
            <a:pPr marL="171450" indent="-171450">
              <a:lnSpc>
                <a:spcPct val="150000"/>
              </a:lnSpc>
              <a:buFont typeface="Wingdings" pitchFamily="2" charset="2"/>
              <a:buChar char="ü"/>
            </a:pPr>
            <a:r>
              <a:rPr lang="zh-CN" altLang="en-US" sz="1200" dirty="0">
                <a:solidFill>
                  <a:schemeClr val="tx1">
                    <a:lumMod val="75000"/>
                    <a:lumOff val="25000"/>
                  </a:schemeClr>
                </a:solidFill>
                <a:latin typeface="+mn-ea"/>
                <a:cs typeface="+mn-ea"/>
                <a:sym typeface="+mn-lt"/>
              </a:rPr>
              <a:t>点击输入简要文字尽量概括精炼。</a:t>
            </a:r>
            <a:endParaRPr lang="en-US" altLang="zh-CN" sz="1200" dirty="0">
              <a:solidFill>
                <a:schemeClr val="tx1">
                  <a:lumMod val="75000"/>
                  <a:lumOff val="25000"/>
                </a:schemeClr>
              </a:solidFill>
              <a:latin typeface="+mn-ea"/>
              <a:cs typeface="+mn-ea"/>
              <a:sym typeface="+mn-lt"/>
            </a:endParaRPr>
          </a:p>
        </p:txBody>
      </p:sp>
      <p:sp>
        <p:nvSpPr>
          <p:cNvPr id="17" name="文本框 16">
            <a:extLst>
              <a:ext uri="{FF2B5EF4-FFF2-40B4-BE49-F238E27FC236}">
                <a16:creationId xmlns:a16="http://schemas.microsoft.com/office/drawing/2014/main" id="{C3F5BCC7-97AC-CE47-659B-E0C59B9AE0CD}"/>
              </a:ext>
            </a:extLst>
          </p:cNvPr>
          <p:cNvSpPr txBox="1"/>
          <p:nvPr/>
        </p:nvSpPr>
        <p:spPr>
          <a:xfrm>
            <a:off x="7812416" y="2201477"/>
            <a:ext cx="1721946" cy="400110"/>
          </a:xfrm>
          <a:prstGeom prst="rect">
            <a:avLst/>
          </a:prstGeom>
          <a:noFill/>
        </p:spPr>
        <p:txBody>
          <a:bodyPr wrap="none" rtlCol="0">
            <a:spAutoFit/>
          </a:bodyPr>
          <a:lstStyle/>
          <a:p>
            <a:r>
              <a:rPr kumimoji="1" lang="en-US" altLang="zh-CN" sz="2000" dirty="0">
                <a:solidFill>
                  <a:schemeClr val="tx1">
                    <a:lumMod val="75000"/>
                    <a:lumOff val="25000"/>
                  </a:schemeClr>
                </a:solidFill>
                <a:latin typeface="+mj-ea"/>
                <a:ea typeface="+mj-ea"/>
              </a:rPr>
              <a:t>2O25</a:t>
            </a:r>
            <a:r>
              <a:rPr kumimoji="1" lang="zh-CN" altLang="en-US" sz="2000" dirty="0">
                <a:solidFill>
                  <a:schemeClr val="tx1">
                    <a:lumMod val="75000"/>
                    <a:lumOff val="25000"/>
                  </a:schemeClr>
                </a:solidFill>
                <a:latin typeface="+mj-ea"/>
                <a:ea typeface="+mj-ea"/>
              </a:rPr>
              <a:t> </a:t>
            </a:r>
            <a:r>
              <a:rPr kumimoji="1" lang="en-US" altLang="zh-CN" sz="2000" dirty="0">
                <a:solidFill>
                  <a:schemeClr val="tx1">
                    <a:lumMod val="75000"/>
                    <a:lumOff val="25000"/>
                  </a:schemeClr>
                </a:solidFill>
                <a:latin typeface="+mj-ea"/>
                <a:ea typeface="+mj-ea"/>
              </a:rPr>
              <a:t>–</a:t>
            </a:r>
            <a:r>
              <a:rPr kumimoji="1" lang="zh-CN" altLang="en-US" sz="2000" dirty="0">
                <a:solidFill>
                  <a:schemeClr val="tx1">
                    <a:lumMod val="75000"/>
                    <a:lumOff val="25000"/>
                  </a:schemeClr>
                </a:solidFill>
                <a:latin typeface="+mj-ea"/>
                <a:ea typeface="+mj-ea"/>
              </a:rPr>
              <a:t> </a:t>
            </a:r>
            <a:r>
              <a:rPr kumimoji="1" lang="en-US" altLang="zh-CN" sz="2000" dirty="0">
                <a:solidFill>
                  <a:schemeClr val="tx1">
                    <a:lumMod val="75000"/>
                    <a:lumOff val="25000"/>
                  </a:schemeClr>
                </a:solidFill>
                <a:latin typeface="+mj-ea"/>
                <a:ea typeface="+mj-ea"/>
              </a:rPr>
              <a:t>2O26</a:t>
            </a:r>
            <a:endParaRPr kumimoji="1" lang="zh-CN" altLang="en-US" sz="2000" dirty="0">
              <a:solidFill>
                <a:schemeClr val="tx1">
                  <a:lumMod val="75000"/>
                  <a:lumOff val="25000"/>
                </a:schemeClr>
              </a:solidFill>
              <a:latin typeface="+mj-ea"/>
              <a:ea typeface="+mj-ea"/>
            </a:endParaRPr>
          </a:p>
        </p:txBody>
      </p:sp>
    </p:spTree>
    <p:extLst>
      <p:ext uri="{BB962C8B-B14F-4D97-AF65-F5344CB8AC3E}">
        <p14:creationId xmlns:p14="http://schemas.microsoft.com/office/powerpoint/2010/main" val="198981953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F5B8-9B9C-CB29-0186-035B1593261A}"/>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726A6D0-A08A-9673-759B-183EEF469163}"/>
              </a:ext>
            </a:extLst>
          </p:cNvPr>
          <p:cNvSpPr txBox="1"/>
          <p:nvPr/>
        </p:nvSpPr>
        <p:spPr>
          <a:xfrm>
            <a:off x="181204" y="259385"/>
            <a:ext cx="2550426" cy="646331"/>
          </a:xfrm>
          <a:prstGeom prst="rect">
            <a:avLst/>
          </a:prstGeom>
          <a:noFill/>
        </p:spPr>
        <p:txBody>
          <a:bodyPr wrap="square" rtlCol="0">
            <a:spAutoFit/>
          </a:bodyPr>
          <a:lstStyle/>
          <a:p>
            <a:pPr algn="dist"/>
            <a:r>
              <a:rPr kumimoji="1" lang="zh-CN" altLang="en-US" sz="3600" dirty="0">
                <a:solidFill>
                  <a:schemeClr val="bg1"/>
                </a:soli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工作概述</a:t>
            </a:r>
          </a:p>
        </p:txBody>
      </p:sp>
      <p:sp>
        <p:nvSpPr>
          <p:cNvPr id="22" name="圆角矩形 21">
            <a:extLst>
              <a:ext uri="{FF2B5EF4-FFF2-40B4-BE49-F238E27FC236}">
                <a16:creationId xmlns:a16="http://schemas.microsoft.com/office/drawing/2014/main" id="{4648AAF9-95A5-2C29-B681-0F50E85E7E63}"/>
              </a:ext>
            </a:extLst>
          </p:cNvPr>
          <p:cNvSpPr/>
          <p:nvPr/>
        </p:nvSpPr>
        <p:spPr>
          <a:xfrm>
            <a:off x="1336431" y="2062074"/>
            <a:ext cx="2489981" cy="3705677"/>
          </a:xfrm>
          <a:prstGeom prst="roundRect">
            <a:avLst>
              <a:gd name="adj" fmla="val 10452"/>
            </a:avLst>
          </a:prstGeom>
          <a:gradFill>
            <a:gsLst>
              <a:gs pos="0">
                <a:srgbClr val="2D5293"/>
              </a:gs>
              <a:gs pos="100000">
                <a:srgbClr val="1F3764"/>
              </a:gs>
            </a:gsLst>
            <a:lin ang="5400000" scaled="1"/>
          </a:gradFill>
          <a:ln w="139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圆角矩形 22">
            <a:extLst>
              <a:ext uri="{FF2B5EF4-FFF2-40B4-BE49-F238E27FC236}">
                <a16:creationId xmlns:a16="http://schemas.microsoft.com/office/drawing/2014/main" id="{5AE043A3-7C0B-609D-DAA1-1D57605BFF26}"/>
              </a:ext>
            </a:extLst>
          </p:cNvPr>
          <p:cNvSpPr/>
          <p:nvPr/>
        </p:nvSpPr>
        <p:spPr>
          <a:xfrm>
            <a:off x="1494372" y="2183413"/>
            <a:ext cx="2174098" cy="3462999"/>
          </a:xfrm>
          <a:prstGeom prst="roundRect">
            <a:avLst>
              <a:gd name="adj" fmla="val 8903"/>
            </a:avLst>
          </a:prstGeom>
          <a:solidFill>
            <a:schemeClr val="bg1"/>
          </a:solidFill>
          <a:ln w="139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任意形状 23">
            <a:extLst>
              <a:ext uri="{FF2B5EF4-FFF2-40B4-BE49-F238E27FC236}">
                <a16:creationId xmlns:a16="http://schemas.microsoft.com/office/drawing/2014/main" id="{39881681-8897-E893-3950-AC1FD26A767C}"/>
              </a:ext>
            </a:extLst>
          </p:cNvPr>
          <p:cNvSpPr/>
          <p:nvPr/>
        </p:nvSpPr>
        <p:spPr>
          <a:xfrm>
            <a:off x="1073534" y="3152039"/>
            <a:ext cx="727130" cy="1448974"/>
          </a:xfrm>
          <a:custGeom>
            <a:avLst/>
            <a:gdLst>
              <a:gd name="connsiteX0" fmla="*/ 2643 w 727130"/>
              <a:gd name="connsiteY0" fmla="*/ 0 h 1448974"/>
              <a:gd name="connsiteX1" fmla="*/ 727130 w 727130"/>
              <a:gd name="connsiteY1" fmla="*/ 724487 h 1448974"/>
              <a:gd name="connsiteX2" fmla="*/ 2643 w 727130"/>
              <a:gd name="connsiteY2" fmla="*/ 1448974 h 1448974"/>
              <a:gd name="connsiteX3" fmla="*/ 0 w 727130"/>
              <a:gd name="connsiteY3" fmla="*/ 1448708 h 1448974"/>
              <a:gd name="connsiteX4" fmla="*/ 0 w 727130"/>
              <a:gd name="connsiteY4" fmla="*/ 267 h 14489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130" h="1448974">
                <a:moveTo>
                  <a:pt x="2643" y="0"/>
                </a:moveTo>
                <a:cubicBezTo>
                  <a:pt x="402766" y="0"/>
                  <a:pt x="727130" y="324364"/>
                  <a:pt x="727130" y="724487"/>
                </a:cubicBezTo>
                <a:cubicBezTo>
                  <a:pt x="727130" y="1124610"/>
                  <a:pt x="402766" y="1448974"/>
                  <a:pt x="2643" y="1448974"/>
                </a:cubicBezTo>
                <a:lnTo>
                  <a:pt x="0" y="1448708"/>
                </a:lnTo>
                <a:lnTo>
                  <a:pt x="0" y="267"/>
                </a:lnTo>
                <a:close/>
              </a:path>
            </a:pathLst>
          </a:cu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5" name="任意形状 24">
            <a:extLst>
              <a:ext uri="{FF2B5EF4-FFF2-40B4-BE49-F238E27FC236}">
                <a16:creationId xmlns:a16="http://schemas.microsoft.com/office/drawing/2014/main" id="{77C8C969-49DC-CF1C-F3A0-7084A36067B8}"/>
              </a:ext>
            </a:extLst>
          </p:cNvPr>
          <p:cNvSpPr/>
          <p:nvPr/>
        </p:nvSpPr>
        <p:spPr>
          <a:xfrm>
            <a:off x="1055075" y="3302392"/>
            <a:ext cx="595236" cy="1148268"/>
          </a:xfrm>
          <a:custGeom>
            <a:avLst/>
            <a:gdLst>
              <a:gd name="connsiteX0" fmla="*/ 21102 w 595236"/>
              <a:gd name="connsiteY0" fmla="*/ 0 h 1148268"/>
              <a:gd name="connsiteX1" fmla="*/ 595236 w 595236"/>
              <a:gd name="connsiteY1" fmla="*/ 574134 h 1148268"/>
              <a:gd name="connsiteX2" fmla="*/ 21102 w 595236"/>
              <a:gd name="connsiteY2" fmla="*/ 1148268 h 1148268"/>
              <a:gd name="connsiteX3" fmla="*/ 0 w 595236"/>
              <a:gd name="connsiteY3" fmla="*/ 1146141 h 1148268"/>
              <a:gd name="connsiteX4" fmla="*/ 0 w 595236"/>
              <a:gd name="connsiteY4" fmla="*/ 2127 h 1148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236" h="1148268">
                <a:moveTo>
                  <a:pt x="21102" y="0"/>
                </a:moveTo>
                <a:cubicBezTo>
                  <a:pt x="338187" y="0"/>
                  <a:pt x="595236" y="257049"/>
                  <a:pt x="595236" y="574134"/>
                </a:cubicBezTo>
                <a:cubicBezTo>
                  <a:pt x="595236" y="891219"/>
                  <a:pt x="338187" y="1148268"/>
                  <a:pt x="21102" y="1148268"/>
                </a:cubicBezTo>
                <a:lnTo>
                  <a:pt x="0" y="1146141"/>
                </a:lnTo>
                <a:lnTo>
                  <a:pt x="0" y="2127"/>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6" name="Freeform 74">
            <a:extLst>
              <a:ext uri="{FF2B5EF4-FFF2-40B4-BE49-F238E27FC236}">
                <a16:creationId xmlns:a16="http://schemas.microsoft.com/office/drawing/2014/main" id="{AEEBE73A-8660-AF4B-848E-98BF36150502}"/>
              </a:ext>
            </a:extLst>
          </p:cNvPr>
          <p:cNvSpPr>
            <a:spLocks noEditPoints="1"/>
          </p:cNvSpPr>
          <p:nvPr/>
        </p:nvSpPr>
        <p:spPr bwMode="auto">
          <a:xfrm>
            <a:off x="1943659" y="2621554"/>
            <a:ext cx="440810" cy="446662"/>
          </a:xfrm>
          <a:custGeom>
            <a:avLst/>
            <a:gdLst>
              <a:gd name="T0" fmla="*/ 31 w 201"/>
              <a:gd name="T1" fmla="*/ 28 h 204"/>
              <a:gd name="T2" fmla="*/ 36 w 201"/>
              <a:gd name="T3" fmla="*/ 0 h 204"/>
              <a:gd name="T4" fmla="*/ 45 w 201"/>
              <a:gd name="T5" fmla="*/ 14 h 204"/>
              <a:gd name="T6" fmla="*/ 94 w 201"/>
              <a:gd name="T7" fmla="*/ 28 h 204"/>
              <a:gd name="T8" fmla="*/ 45 w 201"/>
              <a:gd name="T9" fmla="*/ 174 h 204"/>
              <a:gd name="T10" fmla="*/ 23 w 201"/>
              <a:gd name="T11" fmla="*/ 125 h 204"/>
              <a:gd name="T12" fmla="*/ 84 w 201"/>
              <a:gd name="T13" fmla="*/ 183 h 204"/>
              <a:gd name="T14" fmla="*/ 187 w 201"/>
              <a:gd name="T15" fmla="*/ 125 h 204"/>
              <a:gd name="T16" fmla="*/ 187 w 201"/>
              <a:gd name="T17" fmla="*/ 204 h 204"/>
              <a:gd name="T18" fmla="*/ 0 w 201"/>
              <a:gd name="T19" fmla="*/ 139 h 204"/>
              <a:gd name="T20" fmla="*/ 185 w 201"/>
              <a:gd name="T21" fmla="*/ 139 h 204"/>
              <a:gd name="T22" fmla="*/ 185 w 201"/>
              <a:gd name="T23" fmla="*/ 151 h 204"/>
              <a:gd name="T24" fmla="*/ 177 w 201"/>
              <a:gd name="T25" fmla="*/ 142 h 204"/>
              <a:gd name="T26" fmla="*/ 49 w 201"/>
              <a:gd name="T27" fmla="*/ 84 h 204"/>
              <a:gd name="T28" fmla="*/ 49 w 201"/>
              <a:gd name="T29" fmla="*/ 96 h 204"/>
              <a:gd name="T30" fmla="*/ 41 w 201"/>
              <a:gd name="T31" fmla="*/ 88 h 204"/>
              <a:gd name="T32" fmla="*/ 49 w 201"/>
              <a:gd name="T33" fmla="*/ 117 h 204"/>
              <a:gd name="T34" fmla="*/ 49 w 201"/>
              <a:gd name="T35" fmla="*/ 129 h 204"/>
              <a:gd name="T36" fmla="*/ 41 w 201"/>
              <a:gd name="T37" fmla="*/ 120 h 204"/>
              <a:gd name="T38" fmla="*/ 65 w 201"/>
              <a:gd name="T39" fmla="*/ 117 h 204"/>
              <a:gd name="T40" fmla="*/ 65 w 201"/>
              <a:gd name="T41" fmla="*/ 129 h 204"/>
              <a:gd name="T42" fmla="*/ 56 w 201"/>
              <a:gd name="T43" fmla="*/ 120 h 204"/>
              <a:gd name="T44" fmla="*/ 80 w 201"/>
              <a:gd name="T45" fmla="*/ 117 h 204"/>
              <a:gd name="T46" fmla="*/ 80 w 201"/>
              <a:gd name="T47" fmla="*/ 129 h 204"/>
              <a:gd name="T48" fmla="*/ 72 w 201"/>
              <a:gd name="T49" fmla="*/ 120 h 204"/>
              <a:gd name="T50" fmla="*/ 49 w 201"/>
              <a:gd name="T51" fmla="*/ 100 h 204"/>
              <a:gd name="T52" fmla="*/ 49 w 201"/>
              <a:gd name="T53" fmla="*/ 112 h 204"/>
              <a:gd name="T54" fmla="*/ 41 w 201"/>
              <a:gd name="T55" fmla="*/ 104 h 204"/>
              <a:gd name="T56" fmla="*/ 65 w 201"/>
              <a:gd name="T57" fmla="*/ 100 h 204"/>
              <a:gd name="T58" fmla="*/ 65 w 201"/>
              <a:gd name="T59" fmla="*/ 112 h 204"/>
              <a:gd name="T60" fmla="*/ 56 w 201"/>
              <a:gd name="T61" fmla="*/ 104 h 204"/>
              <a:gd name="T62" fmla="*/ 65 w 201"/>
              <a:gd name="T63" fmla="*/ 84 h 204"/>
              <a:gd name="T64" fmla="*/ 65 w 201"/>
              <a:gd name="T65" fmla="*/ 96 h 204"/>
              <a:gd name="T66" fmla="*/ 56 w 201"/>
              <a:gd name="T67" fmla="*/ 88 h 204"/>
              <a:gd name="T68" fmla="*/ 80 w 201"/>
              <a:gd name="T69" fmla="*/ 84 h 204"/>
              <a:gd name="T70" fmla="*/ 80 w 201"/>
              <a:gd name="T71" fmla="*/ 96 h 204"/>
              <a:gd name="T72" fmla="*/ 72 w 201"/>
              <a:gd name="T73" fmla="*/ 88 h 204"/>
              <a:gd name="T74" fmla="*/ 80 w 201"/>
              <a:gd name="T75" fmla="*/ 100 h 204"/>
              <a:gd name="T76" fmla="*/ 80 w 201"/>
              <a:gd name="T77" fmla="*/ 112 h 204"/>
              <a:gd name="T78" fmla="*/ 72 w 201"/>
              <a:gd name="T79" fmla="*/ 104 h 204"/>
              <a:gd name="T80" fmla="*/ 78 w 201"/>
              <a:gd name="T81" fmla="*/ 25 h 204"/>
              <a:gd name="T82" fmla="*/ 78 w 201"/>
              <a:gd name="T83" fmla="*/ 72 h 204"/>
              <a:gd name="T84" fmla="*/ 41 w 201"/>
              <a:gd name="T85" fmla="*/ 3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1" h="204">
                <a:moveTo>
                  <a:pt x="31" y="160"/>
                </a:moveTo>
                <a:cubicBezTo>
                  <a:pt x="31" y="32"/>
                  <a:pt x="31" y="32"/>
                  <a:pt x="31" y="32"/>
                </a:cubicBezTo>
                <a:cubicBezTo>
                  <a:pt x="31" y="28"/>
                  <a:pt x="31" y="28"/>
                  <a:pt x="31" y="28"/>
                </a:cubicBezTo>
                <a:cubicBezTo>
                  <a:pt x="31" y="5"/>
                  <a:pt x="31" y="5"/>
                  <a:pt x="31" y="5"/>
                </a:cubicBezTo>
                <a:cubicBezTo>
                  <a:pt x="31" y="2"/>
                  <a:pt x="33" y="0"/>
                  <a:pt x="36" y="0"/>
                </a:cubicBezTo>
                <a:cubicBezTo>
                  <a:pt x="36" y="0"/>
                  <a:pt x="36" y="0"/>
                  <a:pt x="36" y="0"/>
                </a:cubicBezTo>
                <a:cubicBezTo>
                  <a:pt x="39" y="0"/>
                  <a:pt x="41" y="2"/>
                  <a:pt x="41" y="5"/>
                </a:cubicBezTo>
                <a:cubicBezTo>
                  <a:pt x="41" y="14"/>
                  <a:pt x="41" y="14"/>
                  <a:pt x="41" y="14"/>
                </a:cubicBezTo>
                <a:cubicBezTo>
                  <a:pt x="45" y="14"/>
                  <a:pt x="45" y="14"/>
                  <a:pt x="45" y="14"/>
                </a:cubicBezTo>
                <a:cubicBezTo>
                  <a:pt x="49" y="14"/>
                  <a:pt x="49" y="14"/>
                  <a:pt x="49" y="14"/>
                </a:cubicBezTo>
                <a:cubicBezTo>
                  <a:pt x="80" y="14"/>
                  <a:pt x="80" y="14"/>
                  <a:pt x="80" y="14"/>
                </a:cubicBezTo>
                <a:cubicBezTo>
                  <a:pt x="87" y="14"/>
                  <a:pt x="94" y="21"/>
                  <a:pt x="94" y="28"/>
                </a:cubicBezTo>
                <a:cubicBezTo>
                  <a:pt x="94" y="160"/>
                  <a:pt x="94" y="160"/>
                  <a:pt x="94" y="160"/>
                </a:cubicBezTo>
                <a:cubicBezTo>
                  <a:pt x="94" y="168"/>
                  <a:pt x="87" y="174"/>
                  <a:pt x="80" y="174"/>
                </a:cubicBezTo>
                <a:cubicBezTo>
                  <a:pt x="45" y="174"/>
                  <a:pt x="45" y="174"/>
                  <a:pt x="45" y="174"/>
                </a:cubicBezTo>
                <a:cubicBezTo>
                  <a:pt x="37" y="174"/>
                  <a:pt x="31" y="168"/>
                  <a:pt x="31" y="160"/>
                </a:cubicBezTo>
                <a:close/>
                <a:moveTo>
                  <a:pt x="13" y="125"/>
                </a:moveTo>
                <a:cubicBezTo>
                  <a:pt x="23" y="125"/>
                  <a:pt x="23" y="125"/>
                  <a:pt x="23" y="125"/>
                </a:cubicBezTo>
                <a:cubicBezTo>
                  <a:pt x="23" y="165"/>
                  <a:pt x="23" y="165"/>
                  <a:pt x="23" y="165"/>
                </a:cubicBezTo>
                <a:cubicBezTo>
                  <a:pt x="23" y="175"/>
                  <a:pt x="31" y="183"/>
                  <a:pt x="41" y="183"/>
                </a:cubicBezTo>
                <a:cubicBezTo>
                  <a:pt x="84" y="183"/>
                  <a:pt x="84" y="183"/>
                  <a:pt x="84" y="183"/>
                </a:cubicBezTo>
                <a:cubicBezTo>
                  <a:pt x="94" y="183"/>
                  <a:pt x="102" y="175"/>
                  <a:pt x="102" y="165"/>
                </a:cubicBezTo>
                <a:cubicBezTo>
                  <a:pt x="102" y="125"/>
                  <a:pt x="102" y="125"/>
                  <a:pt x="102" y="125"/>
                </a:cubicBezTo>
                <a:cubicBezTo>
                  <a:pt x="187" y="125"/>
                  <a:pt x="187" y="125"/>
                  <a:pt x="187" y="125"/>
                </a:cubicBezTo>
                <a:cubicBezTo>
                  <a:pt x="195" y="125"/>
                  <a:pt x="201" y="131"/>
                  <a:pt x="201" y="139"/>
                </a:cubicBezTo>
                <a:cubicBezTo>
                  <a:pt x="201" y="190"/>
                  <a:pt x="201" y="190"/>
                  <a:pt x="201" y="190"/>
                </a:cubicBezTo>
                <a:cubicBezTo>
                  <a:pt x="201" y="198"/>
                  <a:pt x="195" y="204"/>
                  <a:pt x="187" y="204"/>
                </a:cubicBezTo>
                <a:cubicBezTo>
                  <a:pt x="13" y="204"/>
                  <a:pt x="13" y="204"/>
                  <a:pt x="13" y="204"/>
                </a:cubicBezTo>
                <a:cubicBezTo>
                  <a:pt x="6" y="204"/>
                  <a:pt x="0" y="198"/>
                  <a:pt x="0" y="190"/>
                </a:cubicBezTo>
                <a:cubicBezTo>
                  <a:pt x="0" y="139"/>
                  <a:pt x="0" y="139"/>
                  <a:pt x="0" y="139"/>
                </a:cubicBezTo>
                <a:cubicBezTo>
                  <a:pt x="0" y="131"/>
                  <a:pt x="6" y="125"/>
                  <a:pt x="13" y="125"/>
                </a:cubicBezTo>
                <a:close/>
                <a:moveTo>
                  <a:pt x="180" y="139"/>
                </a:moveTo>
                <a:cubicBezTo>
                  <a:pt x="185" y="139"/>
                  <a:pt x="185" y="139"/>
                  <a:pt x="185" y="139"/>
                </a:cubicBezTo>
                <a:cubicBezTo>
                  <a:pt x="187" y="139"/>
                  <a:pt x="189" y="140"/>
                  <a:pt x="189" y="142"/>
                </a:cubicBezTo>
                <a:cubicBezTo>
                  <a:pt x="189" y="147"/>
                  <a:pt x="189" y="147"/>
                  <a:pt x="189" y="147"/>
                </a:cubicBezTo>
                <a:cubicBezTo>
                  <a:pt x="189" y="149"/>
                  <a:pt x="187" y="151"/>
                  <a:pt x="185" y="151"/>
                </a:cubicBezTo>
                <a:cubicBezTo>
                  <a:pt x="180" y="151"/>
                  <a:pt x="180" y="151"/>
                  <a:pt x="180" y="151"/>
                </a:cubicBezTo>
                <a:cubicBezTo>
                  <a:pt x="178" y="151"/>
                  <a:pt x="177" y="149"/>
                  <a:pt x="177" y="147"/>
                </a:cubicBezTo>
                <a:cubicBezTo>
                  <a:pt x="177" y="142"/>
                  <a:pt x="177" y="142"/>
                  <a:pt x="177" y="142"/>
                </a:cubicBezTo>
                <a:cubicBezTo>
                  <a:pt x="177" y="140"/>
                  <a:pt x="178" y="139"/>
                  <a:pt x="180" y="139"/>
                </a:cubicBezTo>
                <a:close/>
                <a:moveTo>
                  <a:pt x="44" y="84"/>
                </a:moveTo>
                <a:cubicBezTo>
                  <a:pt x="49" y="84"/>
                  <a:pt x="49" y="84"/>
                  <a:pt x="49" y="84"/>
                </a:cubicBezTo>
                <a:cubicBezTo>
                  <a:pt x="51" y="84"/>
                  <a:pt x="53" y="86"/>
                  <a:pt x="53" y="88"/>
                </a:cubicBezTo>
                <a:cubicBezTo>
                  <a:pt x="53" y="92"/>
                  <a:pt x="53" y="92"/>
                  <a:pt x="53" y="92"/>
                </a:cubicBezTo>
                <a:cubicBezTo>
                  <a:pt x="53" y="94"/>
                  <a:pt x="51" y="96"/>
                  <a:pt x="49" y="96"/>
                </a:cubicBezTo>
                <a:cubicBezTo>
                  <a:pt x="44" y="96"/>
                  <a:pt x="44" y="96"/>
                  <a:pt x="44" y="96"/>
                </a:cubicBezTo>
                <a:cubicBezTo>
                  <a:pt x="42" y="96"/>
                  <a:pt x="41" y="94"/>
                  <a:pt x="41" y="92"/>
                </a:cubicBezTo>
                <a:cubicBezTo>
                  <a:pt x="41" y="88"/>
                  <a:pt x="41" y="88"/>
                  <a:pt x="41" y="88"/>
                </a:cubicBezTo>
                <a:cubicBezTo>
                  <a:pt x="41" y="86"/>
                  <a:pt x="42" y="84"/>
                  <a:pt x="44" y="84"/>
                </a:cubicBezTo>
                <a:close/>
                <a:moveTo>
                  <a:pt x="44" y="117"/>
                </a:moveTo>
                <a:cubicBezTo>
                  <a:pt x="49" y="117"/>
                  <a:pt x="49" y="117"/>
                  <a:pt x="49" y="117"/>
                </a:cubicBezTo>
                <a:cubicBezTo>
                  <a:pt x="51" y="117"/>
                  <a:pt x="53" y="118"/>
                  <a:pt x="53" y="120"/>
                </a:cubicBezTo>
                <a:cubicBezTo>
                  <a:pt x="53" y="125"/>
                  <a:pt x="53" y="125"/>
                  <a:pt x="53" y="125"/>
                </a:cubicBezTo>
                <a:cubicBezTo>
                  <a:pt x="53" y="127"/>
                  <a:pt x="51" y="129"/>
                  <a:pt x="49" y="129"/>
                </a:cubicBezTo>
                <a:cubicBezTo>
                  <a:pt x="44" y="129"/>
                  <a:pt x="44" y="129"/>
                  <a:pt x="44" y="129"/>
                </a:cubicBezTo>
                <a:cubicBezTo>
                  <a:pt x="42" y="129"/>
                  <a:pt x="41" y="127"/>
                  <a:pt x="41" y="125"/>
                </a:cubicBezTo>
                <a:cubicBezTo>
                  <a:pt x="41" y="120"/>
                  <a:pt x="41" y="120"/>
                  <a:pt x="41" y="120"/>
                </a:cubicBezTo>
                <a:cubicBezTo>
                  <a:pt x="41" y="118"/>
                  <a:pt x="42" y="117"/>
                  <a:pt x="44" y="117"/>
                </a:cubicBezTo>
                <a:close/>
                <a:moveTo>
                  <a:pt x="60" y="117"/>
                </a:moveTo>
                <a:cubicBezTo>
                  <a:pt x="65" y="117"/>
                  <a:pt x="65" y="117"/>
                  <a:pt x="65" y="117"/>
                </a:cubicBezTo>
                <a:cubicBezTo>
                  <a:pt x="67" y="117"/>
                  <a:pt x="68" y="118"/>
                  <a:pt x="68" y="120"/>
                </a:cubicBezTo>
                <a:cubicBezTo>
                  <a:pt x="68" y="125"/>
                  <a:pt x="68" y="125"/>
                  <a:pt x="68" y="125"/>
                </a:cubicBezTo>
                <a:cubicBezTo>
                  <a:pt x="68" y="127"/>
                  <a:pt x="67" y="129"/>
                  <a:pt x="65" y="129"/>
                </a:cubicBezTo>
                <a:cubicBezTo>
                  <a:pt x="60" y="129"/>
                  <a:pt x="60" y="129"/>
                  <a:pt x="60" y="129"/>
                </a:cubicBezTo>
                <a:cubicBezTo>
                  <a:pt x="58" y="129"/>
                  <a:pt x="56" y="127"/>
                  <a:pt x="56" y="125"/>
                </a:cubicBezTo>
                <a:cubicBezTo>
                  <a:pt x="56" y="120"/>
                  <a:pt x="56" y="120"/>
                  <a:pt x="56" y="120"/>
                </a:cubicBezTo>
                <a:cubicBezTo>
                  <a:pt x="56" y="118"/>
                  <a:pt x="58" y="117"/>
                  <a:pt x="60" y="117"/>
                </a:cubicBezTo>
                <a:close/>
                <a:moveTo>
                  <a:pt x="75" y="117"/>
                </a:moveTo>
                <a:cubicBezTo>
                  <a:pt x="80" y="117"/>
                  <a:pt x="80" y="117"/>
                  <a:pt x="80" y="117"/>
                </a:cubicBezTo>
                <a:cubicBezTo>
                  <a:pt x="82" y="117"/>
                  <a:pt x="84" y="118"/>
                  <a:pt x="84" y="120"/>
                </a:cubicBezTo>
                <a:cubicBezTo>
                  <a:pt x="84" y="125"/>
                  <a:pt x="84" y="125"/>
                  <a:pt x="84" y="125"/>
                </a:cubicBezTo>
                <a:cubicBezTo>
                  <a:pt x="84" y="127"/>
                  <a:pt x="82" y="129"/>
                  <a:pt x="80" y="129"/>
                </a:cubicBezTo>
                <a:cubicBezTo>
                  <a:pt x="75" y="129"/>
                  <a:pt x="75" y="129"/>
                  <a:pt x="75" y="129"/>
                </a:cubicBezTo>
                <a:cubicBezTo>
                  <a:pt x="73" y="129"/>
                  <a:pt x="72" y="127"/>
                  <a:pt x="72" y="125"/>
                </a:cubicBezTo>
                <a:cubicBezTo>
                  <a:pt x="72" y="120"/>
                  <a:pt x="72" y="120"/>
                  <a:pt x="72" y="120"/>
                </a:cubicBezTo>
                <a:cubicBezTo>
                  <a:pt x="72" y="118"/>
                  <a:pt x="73" y="117"/>
                  <a:pt x="75" y="117"/>
                </a:cubicBezTo>
                <a:close/>
                <a:moveTo>
                  <a:pt x="44" y="100"/>
                </a:moveTo>
                <a:cubicBezTo>
                  <a:pt x="49" y="100"/>
                  <a:pt x="49" y="100"/>
                  <a:pt x="49" y="100"/>
                </a:cubicBezTo>
                <a:cubicBezTo>
                  <a:pt x="51" y="100"/>
                  <a:pt x="53" y="102"/>
                  <a:pt x="53" y="104"/>
                </a:cubicBezTo>
                <a:cubicBezTo>
                  <a:pt x="53" y="109"/>
                  <a:pt x="53" y="109"/>
                  <a:pt x="53" y="109"/>
                </a:cubicBezTo>
                <a:cubicBezTo>
                  <a:pt x="53" y="111"/>
                  <a:pt x="51" y="112"/>
                  <a:pt x="49" y="112"/>
                </a:cubicBezTo>
                <a:cubicBezTo>
                  <a:pt x="44" y="112"/>
                  <a:pt x="44" y="112"/>
                  <a:pt x="44" y="112"/>
                </a:cubicBezTo>
                <a:cubicBezTo>
                  <a:pt x="42" y="112"/>
                  <a:pt x="41" y="111"/>
                  <a:pt x="41" y="109"/>
                </a:cubicBezTo>
                <a:cubicBezTo>
                  <a:pt x="41" y="104"/>
                  <a:pt x="41" y="104"/>
                  <a:pt x="41" y="104"/>
                </a:cubicBezTo>
                <a:cubicBezTo>
                  <a:pt x="41" y="102"/>
                  <a:pt x="42" y="100"/>
                  <a:pt x="44" y="100"/>
                </a:cubicBezTo>
                <a:close/>
                <a:moveTo>
                  <a:pt x="60" y="100"/>
                </a:moveTo>
                <a:cubicBezTo>
                  <a:pt x="65" y="100"/>
                  <a:pt x="65" y="100"/>
                  <a:pt x="65" y="100"/>
                </a:cubicBezTo>
                <a:cubicBezTo>
                  <a:pt x="67" y="100"/>
                  <a:pt x="68" y="102"/>
                  <a:pt x="68" y="104"/>
                </a:cubicBezTo>
                <a:cubicBezTo>
                  <a:pt x="68" y="109"/>
                  <a:pt x="68" y="109"/>
                  <a:pt x="68" y="109"/>
                </a:cubicBezTo>
                <a:cubicBezTo>
                  <a:pt x="68" y="111"/>
                  <a:pt x="67" y="112"/>
                  <a:pt x="65" y="112"/>
                </a:cubicBezTo>
                <a:cubicBezTo>
                  <a:pt x="60" y="112"/>
                  <a:pt x="60" y="112"/>
                  <a:pt x="60" y="112"/>
                </a:cubicBezTo>
                <a:cubicBezTo>
                  <a:pt x="58" y="112"/>
                  <a:pt x="56" y="111"/>
                  <a:pt x="56" y="109"/>
                </a:cubicBezTo>
                <a:cubicBezTo>
                  <a:pt x="56" y="104"/>
                  <a:pt x="56" y="104"/>
                  <a:pt x="56" y="104"/>
                </a:cubicBezTo>
                <a:cubicBezTo>
                  <a:pt x="56" y="102"/>
                  <a:pt x="58" y="100"/>
                  <a:pt x="60" y="100"/>
                </a:cubicBezTo>
                <a:close/>
                <a:moveTo>
                  <a:pt x="60" y="84"/>
                </a:moveTo>
                <a:cubicBezTo>
                  <a:pt x="65" y="84"/>
                  <a:pt x="65" y="84"/>
                  <a:pt x="65" y="84"/>
                </a:cubicBezTo>
                <a:cubicBezTo>
                  <a:pt x="67" y="84"/>
                  <a:pt x="68" y="86"/>
                  <a:pt x="68" y="88"/>
                </a:cubicBezTo>
                <a:cubicBezTo>
                  <a:pt x="68" y="92"/>
                  <a:pt x="68" y="92"/>
                  <a:pt x="68" y="92"/>
                </a:cubicBezTo>
                <a:cubicBezTo>
                  <a:pt x="68" y="94"/>
                  <a:pt x="67" y="96"/>
                  <a:pt x="65" y="96"/>
                </a:cubicBezTo>
                <a:cubicBezTo>
                  <a:pt x="60" y="96"/>
                  <a:pt x="60" y="96"/>
                  <a:pt x="60" y="96"/>
                </a:cubicBezTo>
                <a:cubicBezTo>
                  <a:pt x="58" y="96"/>
                  <a:pt x="56" y="94"/>
                  <a:pt x="56" y="92"/>
                </a:cubicBezTo>
                <a:cubicBezTo>
                  <a:pt x="56" y="88"/>
                  <a:pt x="56" y="88"/>
                  <a:pt x="56" y="88"/>
                </a:cubicBezTo>
                <a:cubicBezTo>
                  <a:pt x="56" y="86"/>
                  <a:pt x="58" y="84"/>
                  <a:pt x="60" y="84"/>
                </a:cubicBezTo>
                <a:close/>
                <a:moveTo>
                  <a:pt x="75" y="84"/>
                </a:moveTo>
                <a:cubicBezTo>
                  <a:pt x="80" y="84"/>
                  <a:pt x="80" y="84"/>
                  <a:pt x="80" y="84"/>
                </a:cubicBezTo>
                <a:cubicBezTo>
                  <a:pt x="82" y="84"/>
                  <a:pt x="84" y="86"/>
                  <a:pt x="84" y="88"/>
                </a:cubicBezTo>
                <a:cubicBezTo>
                  <a:pt x="84" y="92"/>
                  <a:pt x="84" y="92"/>
                  <a:pt x="84" y="92"/>
                </a:cubicBezTo>
                <a:cubicBezTo>
                  <a:pt x="84" y="94"/>
                  <a:pt x="82" y="96"/>
                  <a:pt x="80" y="96"/>
                </a:cubicBezTo>
                <a:cubicBezTo>
                  <a:pt x="75" y="96"/>
                  <a:pt x="75" y="96"/>
                  <a:pt x="75" y="96"/>
                </a:cubicBezTo>
                <a:cubicBezTo>
                  <a:pt x="73" y="96"/>
                  <a:pt x="72" y="94"/>
                  <a:pt x="72" y="92"/>
                </a:cubicBezTo>
                <a:cubicBezTo>
                  <a:pt x="72" y="88"/>
                  <a:pt x="72" y="88"/>
                  <a:pt x="72" y="88"/>
                </a:cubicBezTo>
                <a:cubicBezTo>
                  <a:pt x="72" y="86"/>
                  <a:pt x="73" y="84"/>
                  <a:pt x="75" y="84"/>
                </a:cubicBezTo>
                <a:close/>
                <a:moveTo>
                  <a:pt x="75" y="100"/>
                </a:moveTo>
                <a:cubicBezTo>
                  <a:pt x="80" y="100"/>
                  <a:pt x="80" y="100"/>
                  <a:pt x="80" y="100"/>
                </a:cubicBezTo>
                <a:cubicBezTo>
                  <a:pt x="82" y="100"/>
                  <a:pt x="84" y="102"/>
                  <a:pt x="84" y="104"/>
                </a:cubicBezTo>
                <a:cubicBezTo>
                  <a:pt x="84" y="109"/>
                  <a:pt x="84" y="109"/>
                  <a:pt x="84" y="109"/>
                </a:cubicBezTo>
                <a:cubicBezTo>
                  <a:pt x="84" y="111"/>
                  <a:pt x="82" y="112"/>
                  <a:pt x="80" y="112"/>
                </a:cubicBezTo>
                <a:cubicBezTo>
                  <a:pt x="75" y="112"/>
                  <a:pt x="75" y="112"/>
                  <a:pt x="75" y="112"/>
                </a:cubicBezTo>
                <a:cubicBezTo>
                  <a:pt x="73" y="112"/>
                  <a:pt x="72" y="111"/>
                  <a:pt x="72" y="109"/>
                </a:cubicBezTo>
                <a:cubicBezTo>
                  <a:pt x="72" y="104"/>
                  <a:pt x="72" y="104"/>
                  <a:pt x="72" y="104"/>
                </a:cubicBezTo>
                <a:cubicBezTo>
                  <a:pt x="72" y="102"/>
                  <a:pt x="73" y="100"/>
                  <a:pt x="75" y="100"/>
                </a:cubicBezTo>
                <a:close/>
                <a:moveTo>
                  <a:pt x="46" y="25"/>
                </a:moveTo>
                <a:cubicBezTo>
                  <a:pt x="78" y="25"/>
                  <a:pt x="78" y="25"/>
                  <a:pt x="78" y="25"/>
                </a:cubicBezTo>
                <a:cubicBezTo>
                  <a:pt x="81" y="25"/>
                  <a:pt x="84" y="27"/>
                  <a:pt x="84" y="30"/>
                </a:cubicBezTo>
                <a:cubicBezTo>
                  <a:pt x="84" y="67"/>
                  <a:pt x="84" y="67"/>
                  <a:pt x="84" y="67"/>
                </a:cubicBezTo>
                <a:cubicBezTo>
                  <a:pt x="84" y="70"/>
                  <a:pt x="81" y="72"/>
                  <a:pt x="78" y="72"/>
                </a:cubicBezTo>
                <a:cubicBezTo>
                  <a:pt x="46" y="72"/>
                  <a:pt x="46" y="72"/>
                  <a:pt x="46" y="72"/>
                </a:cubicBezTo>
                <a:cubicBezTo>
                  <a:pt x="43" y="72"/>
                  <a:pt x="41" y="70"/>
                  <a:pt x="41" y="67"/>
                </a:cubicBezTo>
                <a:cubicBezTo>
                  <a:pt x="41" y="30"/>
                  <a:pt x="41" y="30"/>
                  <a:pt x="41" y="30"/>
                </a:cubicBezTo>
                <a:cubicBezTo>
                  <a:pt x="41" y="27"/>
                  <a:pt x="43" y="25"/>
                  <a:pt x="46" y="25"/>
                </a:cubicBezTo>
                <a:close/>
              </a:path>
            </a:pathLst>
          </a:custGeom>
          <a:gradFill>
            <a:gsLst>
              <a:gs pos="0">
                <a:srgbClr val="2D5293"/>
              </a:gs>
              <a:gs pos="100000">
                <a:srgbClr val="1F3764"/>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27" name="文本框 26">
            <a:extLst>
              <a:ext uri="{FF2B5EF4-FFF2-40B4-BE49-F238E27FC236}">
                <a16:creationId xmlns:a16="http://schemas.microsoft.com/office/drawing/2014/main" id="{E808D371-CBB8-B193-03CF-899A0787C0E1}"/>
              </a:ext>
            </a:extLst>
          </p:cNvPr>
          <p:cNvSpPr txBox="1"/>
          <p:nvPr/>
        </p:nvSpPr>
        <p:spPr>
          <a:xfrm>
            <a:off x="633349" y="3464008"/>
            <a:ext cx="880369" cy="707886"/>
          </a:xfrm>
          <a:prstGeom prst="rect">
            <a:avLst/>
          </a:prstGeom>
          <a:noFill/>
        </p:spPr>
        <p:txBody>
          <a:bodyPr wrap="none" rtlCol="0">
            <a:spAutoFit/>
          </a:bodyPr>
          <a:lstStyle/>
          <a:p>
            <a:r>
              <a:rPr kumimoji="1" lang="en-US" altLang="zh-CN" sz="4000" dirty="0">
                <a:solidFill>
                  <a:schemeClr val="tx1">
                    <a:lumMod val="75000"/>
                    <a:lumOff val="25000"/>
                  </a:schemeClr>
                </a:solidFill>
                <a:latin typeface="+mj-ea"/>
                <a:ea typeface="+mj-ea"/>
              </a:rPr>
              <a:t>O1</a:t>
            </a:r>
            <a:endParaRPr kumimoji="1" lang="zh-CN" altLang="en-US" sz="4000" dirty="0">
              <a:solidFill>
                <a:schemeClr val="tx1">
                  <a:lumMod val="75000"/>
                  <a:lumOff val="25000"/>
                </a:schemeClr>
              </a:solidFill>
              <a:latin typeface="+mj-ea"/>
              <a:ea typeface="+mj-ea"/>
            </a:endParaRPr>
          </a:p>
        </p:txBody>
      </p:sp>
      <p:sp>
        <p:nvSpPr>
          <p:cNvPr id="28" name="文本框 27">
            <a:extLst>
              <a:ext uri="{FF2B5EF4-FFF2-40B4-BE49-F238E27FC236}">
                <a16:creationId xmlns:a16="http://schemas.microsoft.com/office/drawing/2014/main" id="{9ECF3358-247F-FED1-DC82-CDB83C0E85E9}"/>
              </a:ext>
            </a:extLst>
          </p:cNvPr>
          <p:cNvSpPr txBox="1"/>
          <p:nvPr/>
        </p:nvSpPr>
        <p:spPr>
          <a:xfrm>
            <a:off x="1822320" y="3286372"/>
            <a:ext cx="1372048"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标题文字内容</a:t>
            </a:r>
          </a:p>
        </p:txBody>
      </p:sp>
      <p:sp>
        <p:nvSpPr>
          <p:cNvPr id="29" name="文本框 28">
            <a:extLst>
              <a:ext uri="{FF2B5EF4-FFF2-40B4-BE49-F238E27FC236}">
                <a16:creationId xmlns:a16="http://schemas.microsoft.com/office/drawing/2014/main" id="{0EEFFF45-DE41-F8AA-34B8-98CA5AC0499D}"/>
              </a:ext>
            </a:extLst>
          </p:cNvPr>
          <p:cNvSpPr txBox="1"/>
          <p:nvPr/>
        </p:nvSpPr>
        <p:spPr>
          <a:xfrm>
            <a:off x="1816533" y="3640752"/>
            <a:ext cx="1714459" cy="1598066"/>
          </a:xfrm>
          <a:prstGeom prst="rect">
            <a:avLst/>
          </a:prstGeom>
          <a:noFill/>
          <a:effectLst/>
        </p:spPr>
        <p:txBody>
          <a:bodyPr wrap="square" rtlCol="0">
            <a:spAutoFit/>
          </a:bodyPr>
          <a:lstStyle/>
          <a:p>
            <a:pPr algn="just">
              <a:lnSpc>
                <a:spcPct val="130000"/>
              </a:lnSpc>
            </a:pPr>
            <a:r>
              <a:rPr lang="zh-CN" altLang="en-US" sz="1100" dirty="0">
                <a:solidFill>
                  <a:schemeClr val="bg1">
                    <a:lumMod val="50000"/>
                  </a:schemeClr>
                </a:solidFill>
                <a:latin typeface="+mn-ea"/>
                <a:cs typeface="+mn-ea"/>
                <a:sym typeface="+mn-lt"/>
              </a:rPr>
              <a:t>点击输入简要文字解说，解说文字尽量概括精炼，不用多余的文字修饰简洁精准。</a:t>
            </a:r>
            <a:endParaRPr lang="en-US" altLang="zh-CN" sz="1100" dirty="0">
              <a:solidFill>
                <a:schemeClr val="bg1">
                  <a:lumMod val="50000"/>
                </a:schemeClr>
              </a:solidFill>
              <a:latin typeface="+mn-ea"/>
              <a:cs typeface="+mn-ea"/>
              <a:sym typeface="+mn-lt"/>
            </a:endParaRPr>
          </a:p>
          <a:p>
            <a:pPr algn="just">
              <a:lnSpc>
                <a:spcPct val="130000"/>
              </a:lnSpc>
            </a:pPr>
            <a:endParaRPr lang="en-US" altLang="zh-CN" sz="1100" dirty="0">
              <a:solidFill>
                <a:schemeClr val="bg1">
                  <a:lumMod val="50000"/>
                </a:schemeClr>
              </a:solidFill>
              <a:latin typeface="+mn-ea"/>
              <a:cs typeface="+mn-ea"/>
              <a:sym typeface="+mn-lt"/>
            </a:endParaRPr>
          </a:p>
          <a:p>
            <a:pPr algn="just">
              <a:lnSpc>
                <a:spcPct val="130000"/>
              </a:lnSpc>
            </a:pPr>
            <a:r>
              <a:rPr lang="zh-CN" altLang="en-US" sz="1100" dirty="0">
                <a:solidFill>
                  <a:schemeClr val="bg1">
                    <a:lumMod val="50000"/>
                  </a:schemeClr>
                </a:solidFill>
                <a:latin typeface="+mn-ea"/>
                <a:cs typeface="+mn-ea"/>
                <a:sym typeface="+mn-lt"/>
              </a:rPr>
              <a:t>点击输入简要文字解说，解说文字尽量概括精炼。</a:t>
            </a:r>
          </a:p>
        </p:txBody>
      </p:sp>
      <p:sp>
        <p:nvSpPr>
          <p:cNvPr id="30" name="圆角矩形 29">
            <a:extLst>
              <a:ext uri="{FF2B5EF4-FFF2-40B4-BE49-F238E27FC236}">
                <a16:creationId xmlns:a16="http://schemas.microsoft.com/office/drawing/2014/main" id="{AF257A94-C534-C121-52A5-05ACCD9B9206}"/>
              </a:ext>
            </a:extLst>
          </p:cNvPr>
          <p:cNvSpPr/>
          <p:nvPr/>
        </p:nvSpPr>
        <p:spPr>
          <a:xfrm>
            <a:off x="5099242" y="2058618"/>
            <a:ext cx="2489981" cy="3705677"/>
          </a:xfrm>
          <a:prstGeom prst="roundRect">
            <a:avLst>
              <a:gd name="adj" fmla="val 10452"/>
            </a:avLst>
          </a:prstGeom>
          <a:gradFill>
            <a:gsLst>
              <a:gs pos="0">
                <a:srgbClr val="2D5293"/>
              </a:gs>
              <a:gs pos="100000">
                <a:srgbClr val="1F3764"/>
              </a:gs>
            </a:gsLst>
            <a:lin ang="5400000" scaled="1"/>
          </a:gradFill>
          <a:ln w="139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圆角矩形 30">
            <a:extLst>
              <a:ext uri="{FF2B5EF4-FFF2-40B4-BE49-F238E27FC236}">
                <a16:creationId xmlns:a16="http://schemas.microsoft.com/office/drawing/2014/main" id="{1E656BC8-07AA-0B3A-1F60-FCACF97ECED7}"/>
              </a:ext>
            </a:extLst>
          </p:cNvPr>
          <p:cNvSpPr/>
          <p:nvPr/>
        </p:nvSpPr>
        <p:spPr>
          <a:xfrm>
            <a:off x="5257183" y="2179957"/>
            <a:ext cx="2174098" cy="3462999"/>
          </a:xfrm>
          <a:prstGeom prst="roundRect">
            <a:avLst>
              <a:gd name="adj" fmla="val 8903"/>
            </a:avLst>
          </a:prstGeom>
          <a:solidFill>
            <a:schemeClr val="bg1"/>
          </a:solidFill>
          <a:ln w="139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任意形状 31">
            <a:extLst>
              <a:ext uri="{FF2B5EF4-FFF2-40B4-BE49-F238E27FC236}">
                <a16:creationId xmlns:a16="http://schemas.microsoft.com/office/drawing/2014/main" id="{A4FC385D-661D-B91D-C6C8-0350FA3EF570}"/>
              </a:ext>
            </a:extLst>
          </p:cNvPr>
          <p:cNvSpPr/>
          <p:nvPr/>
        </p:nvSpPr>
        <p:spPr>
          <a:xfrm>
            <a:off x="4836345" y="3148583"/>
            <a:ext cx="727130" cy="1448974"/>
          </a:xfrm>
          <a:custGeom>
            <a:avLst/>
            <a:gdLst>
              <a:gd name="connsiteX0" fmla="*/ 2643 w 727130"/>
              <a:gd name="connsiteY0" fmla="*/ 0 h 1448974"/>
              <a:gd name="connsiteX1" fmla="*/ 727130 w 727130"/>
              <a:gd name="connsiteY1" fmla="*/ 724487 h 1448974"/>
              <a:gd name="connsiteX2" fmla="*/ 2643 w 727130"/>
              <a:gd name="connsiteY2" fmla="*/ 1448974 h 1448974"/>
              <a:gd name="connsiteX3" fmla="*/ 0 w 727130"/>
              <a:gd name="connsiteY3" fmla="*/ 1448708 h 1448974"/>
              <a:gd name="connsiteX4" fmla="*/ 0 w 727130"/>
              <a:gd name="connsiteY4" fmla="*/ 267 h 14489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130" h="1448974">
                <a:moveTo>
                  <a:pt x="2643" y="0"/>
                </a:moveTo>
                <a:cubicBezTo>
                  <a:pt x="402766" y="0"/>
                  <a:pt x="727130" y="324364"/>
                  <a:pt x="727130" y="724487"/>
                </a:cubicBezTo>
                <a:cubicBezTo>
                  <a:pt x="727130" y="1124610"/>
                  <a:pt x="402766" y="1448974"/>
                  <a:pt x="2643" y="1448974"/>
                </a:cubicBezTo>
                <a:lnTo>
                  <a:pt x="0" y="1448708"/>
                </a:lnTo>
                <a:lnTo>
                  <a:pt x="0" y="267"/>
                </a:lnTo>
                <a:close/>
              </a:path>
            </a:pathLst>
          </a:cu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33" name="任意形状 32">
            <a:extLst>
              <a:ext uri="{FF2B5EF4-FFF2-40B4-BE49-F238E27FC236}">
                <a16:creationId xmlns:a16="http://schemas.microsoft.com/office/drawing/2014/main" id="{E73B1D9C-BF42-3D3C-016D-3E2FE3DB1B07}"/>
              </a:ext>
            </a:extLst>
          </p:cNvPr>
          <p:cNvSpPr/>
          <p:nvPr/>
        </p:nvSpPr>
        <p:spPr>
          <a:xfrm>
            <a:off x="4817886" y="3298936"/>
            <a:ext cx="595236" cy="1148268"/>
          </a:xfrm>
          <a:custGeom>
            <a:avLst/>
            <a:gdLst>
              <a:gd name="connsiteX0" fmla="*/ 21102 w 595236"/>
              <a:gd name="connsiteY0" fmla="*/ 0 h 1148268"/>
              <a:gd name="connsiteX1" fmla="*/ 595236 w 595236"/>
              <a:gd name="connsiteY1" fmla="*/ 574134 h 1148268"/>
              <a:gd name="connsiteX2" fmla="*/ 21102 w 595236"/>
              <a:gd name="connsiteY2" fmla="*/ 1148268 h 1148268"/>
              <a:gd name="connsiteX3" fmla="*/ 0 w 595236"/>
              <a:gd name="connsiteY3" fmla="*/ 1146141 h 1148268"/>
              <a:gd name="connsiteX4" fmla="*/ 0 w 595236"/>
              <a:gd name="connsiteY4" fmla="*/ 2127 h 1148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236" h="1148268">
                <a:moveTo>
                  <a:pt x="21102" y="0"/>
                </a:moveTo>
                <a:cubicBezTo>
                  <a:pt x="338187" y="0"/>
                  <a:pt x="595236" y="257049"/>
                  <a:pt x="595236" y="574134"/>
                </a:cubicBezTo>
                <a:cubicBezTo>
                  <a:pt x="595236" y="891219"/>
                  <a:pt x="338187" y="1148268"/>
                  <a:pt x="21102" y="1148268"/>
                </a:cubicBezTo>
                <a:lnTo>
                  <a:pt x="0" y="1146141"/>
                </a:lnTo>
                <a:lnTo>
                  <a:pt x="0" y="2127"/>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34" name="文本框 33">
            <a:extLst>
              <a:ext uri="{FF2B5EF4-FFF2-40B4-BE49-F238E27FC236}">
                <a16:creationId xmlns:a16="http://schemas.microsoft.com/office/drawing/2014/main" id="{F345FA93-73EB-0600-2F77-D1E0997A50F0}"/>
              </a:ext>
            </a:extLst>
          </p:cNvPr>
          <p:cNvSpPr txBox="1"/>
          <p:nvPr/>
        </p:nvSpPr>
        <p:spPr>
          <a:xfrm>
            <a:off x="4396160" y="3460552"/>
            <a:ext cx="880369" cy="707886"/>
          </a:xfrm>
          <a:prstGeom prst="rect">
            <a:avLst/>
          </a:prstGeom>
          <a:noFill/>
        </p:spPr>
        <p:txBody>
          <a:bodyPr wrap="none" rtlCol="0">
            <a:spAutoFit/>
          </a:bodyPr>
          <a:lstStyle/>
          <a:p>
            <a:r>
              <a:rPr kumimoji="1" lang="en-US" altLang="zh-CN" sz="4000" dirty="0">
                <a:solidFill>
                  <a:schemeClr val="tx1">
                    <a:lumMod val="75000"/>
                    <a:lumOff val="25000"/>
                  </a:schemeClr>
                </a:solidFill>
                <a:latin typeface="+mj-ea"/>
                <a:ea typeface="+mj-ea"/>
              </a:rPr>
              <a:t>O2</a:t>
            </a:r>
            <a:endParaRPr kumimoji="1" lang="zh-CN" altLang="en-US" sz="4000" dirty="0">
              <a:solidFill>
                <a:schemeClr val="tx1">
                  <a:lumMod val="75000"/>
                  <a:lumOff val="25000"/>
                </a:schemeClr>
              </a:solidFill>
              <a:latin typeface="+mj-ea"/>
              <a:ea typeface="+mj-ea"/>
            </a:endParaRPr>
          </a:p>
        </p:txBody>
      </p:sp>
      <p:sp>
        <p:nvSpPr>
          <p:cNvPr id="35" name="文本框 34">
            <a:extLst>
              <a:ext uri="{FF2B5EF4-FFF2-40B4-BE49-F238E27FC236}">
                <a16:creationId xmlns:a16="http://schemas.microsoft.com/office/drawing/2014/main" id="{186E92A3-168A-077B-EA0B-3B1C7BAD7458}"/>
              </a:ext>
            </a:extLst>
          </p:cNvPr>
          <p:cNvSpPr txBox="1"/>
          <p:nvPr/>
        </p:nvSpPr>
        <p:spPr>
          <a:xfrm>
            <a:off x="5585131" y="3282916"/>
            <a:ext cx="1372048"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标题文字内容</a:t>
            </a:r>
          </a:p>
        </p:txBody>
      </p:sp>
      <p:sp>
        <p:nvSpPr>
          <p:cNvPr id="36" name="文本框 35">
            <a:extLst>
              <a:ext uri="{FF2B5EF4-FFF2-40B4-BE49-F238E27FC236}">
                <a16:creationId xmlns:a16="http://schemas.microsoft.com/office/drawing/2014/main" id="{6038CB3C-3E6F-BE65-3706-4C24DD82C1F9}"/>
              </a:ext>
            </a:extLst>
          </p:cNvPr>
          <p:cNvSpPr txBox="1"/>
          <p:nvPr/>
        </p:nvSpPr>
        <p:spPr>
          <a:xfrm>
            <a:off x="5579344" y="3637296"/>
            <a:ext cx="1714459" cy="1598066"/>
          </a:xfrm>
          <a:prstGeom prst="rect">
            <a:avLst/>
          </a:prstGeom>
          <a:noFill/>
          <a:effectLst/>
        </p:spPr>
        <p:txBody>
          <a:bodyPr wrap="square" rtlCol="0">
            <a:spAutoFit/>
          </a:bodyPr>
          <a:lstStyle/>
          <a:p>
            <a:pPr algn="just">
              <a:lnSpc>
                <a:spcPct val="130000"/>
              </a:lnSpc>
            </a:pPr>
            <a:r>
              <a:rPr lang="zh-CN" altLang="en-US" sz="1100" dirty="0">
                <a:solidFill>
                  <a:schemeClr val="bg1">
                    <a:lumMod val="50000"/>
                  </a:schemeClr>
                </a:solidFill>
                <a:latin typeface="+mn-ea"/>
                <a:cs typeface="+mn-ea"/>
                <a:sym typeface="+mn-lt"/>
              </a:rPr>
              <a:t>点击输入简要文字解说，解说文字尽量概括精炼，不用多余的文字修饰简洁精准。</a:t>
            </a:r>
            <a:endParaRPr lang="en-US" altLang="zh-CN" sz="1100" dirty="0">
              <a:solidFill>
                <a:schemeClr val="bg1">
                  <a:lumMod val="50000"/>
                </a:schemeClr>
              </a:solidFill>
              <a:latin typeface="+mn-ea"/>
              <a:cs typeface="+mn-ea"/>
              <a:sym typeface="+mn-lt"/>
            </a:endParaRPr>
          </a:p>
          <a:p>
            <a:pPr algn="just">
              <a:lnSpc>
                <a:spcPct val="130000"/>
              </a:lnSpc>
            </a:pPr>
            <a:endParaRPr lang="en-US" altLang="zh-CN" sz="1100" dirty="0">
              <a:solidFill>
                <a:schemeClr val="bg1">
                  <a:lumMod val="50000"/>
                </a:schemeClr>
              </a:solidFill>
              <a:latin typeface="+mn-ea"/>
              <a:cs typeface="+mn-ea"/>
              <a:sym typeface="+mn-lt"/>
            </a:endParaRPr>
          </a:p>
          <a:p>
            <a:pPr algn="just">
              <a:lnSpc>
                <a:spcPct val="130000"/>
              </a:lnSpc>
            </a:pPr>
            <a:r>
              <a:rPr lang="zh-CN" altLang="en-US" sz="1100" dirty="0">
                <a:solidFill>
                  <a:schemeClr val="bg1">
                    <a:lumMod val="50000"/>
                  </a:schemeClr>
                </a:solidFill>
                <a:latin typeface="+mn-ea"/>
                <a:cs typeface="+mn-ea"/>
                <a:sym typeface="+mn-lt"/>
              </a:rPr>
              <a:t>点击输入简要文字解说，解说文字尽量概括精炼。</a:t>
            </a:r>
          </a:p>
        </p:txBody>
      </p:sp>
      <p:sp>
        <p:nvSpPr>
          <p:cNvPr id="37" name="圆角矩形 36">
            <a:extLst>
              <a:ext uri="{FF2B5EF4-FFF2-40B4-BE49-F238E27FC236}">
                <a16:creationId xmlns:a16="http://schemas.microsoft.com/office/drawing/2014/main" id="{3E902E07-D390-5AFC-42B1-B2B62F2C6662}"/>
              </a:ext>
            </a:extLst>
          </p:cNvPr>
          <p:cNvSpPr/>
          <p:nvPr/>
        </p:nvSpPr>
        <p:spPr>
          <a:xfrm>
            <a:off x="8862053" y="2058618"/>
            <a:ext cx="2489981" cy="3705677"/>
          </a:xfrm>
          <a:prstGeom prst="roundRect">
            <a:avLst>
              <a:gd name="adj" fmla="val 10452"/>
            </a:avLst>
          </a:prstGeom>
          <a:gradFill>
            <a:gsLst>
              <a:gs pos="0">
                <a:srgbClr val="2D5293"/>
              </a:gs>
              <a:gs pos="100000">
                <a:srgbClr val="1F3764"/>
              </a:gs>
            </a:gsLst>
            <a:lin ang="5400000" scaled="1"/>
          </a:gradFill>
          <a:ln w="139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圆角矩形 37">
            <a:extLst>
              <a:ext uri="{FF2B5EF4-FFF2-40B4-BE49-F238E27FC236}">
                <a16:creationId xmlns:a16="http://schemas.microsoft.com/office/drawing/2014/main" id="{0068A402-0350-130F-D118-4F59277A0893}"/>
              </a:ext>
            </a:extLst>
          </p:cNvPr>
          <p:cNvSpPr/>
          <p:nvPr/>
        </p:nvSpPr>
        <p:spPr>
          <a:xfrm>
            <a:off x="9019994" y="2179957"/>
            <a:ext cx="2174098" cy="3462999"/>
          </a:xfrm>
          <a:prstGeom prst="roundRect">
            <a:avLst>
              <a:gd name="adj" fmla="val 8903"/>
            </a:avLst>
          </a:prstGeom>
          <a:solidFill>
            <a:schemeClr val="bg1"/>
          </a:solidFill>
          <a:ln w="139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任意形状 38">
            <a:extLst>
              <a:ext uri="{FF2B5EF4-FFF2-40B4-BE49-F238E27FC236}">
                <a16:creationId xmlns:a16="http://schemas.microsoft.com/office/drawing/2014/main" id="{45A57A58-4E5D-C575-5382-82615281E0F2}"/>
              </a:ext>
            </a:extLst>
          </p:cNvPr>
          <p:cNvSpPr/>
          <p:nvPr/>
        </p:nvSpPr>
        <p:spPr>
          <a:xfrm>
            <a:off x="8599156" y="3148583"/>
            <a:ext cx="727130" cy="1448974"/>
          </a:xfrm>
          <a:custGeom>
            <a:avLst/>
            <a:gdLst>
              <a:gd name="connsiteX0" fmla="*/ 2643 w 727130"/>
              <a:gd name="connsiteY0" fmla="*/ 0 h 1448974"/>
              <a:gd name="connsiteX1" fmla="*/ 727130 w 727130"/>
              <a:gd name="connsiteY1" fmla="*/ 724487 h 1448974"/>
              <a:gd name="connsiteX2" fmla="*/ 2643 w 727130"/>
              <a:gd name="connsiteY2" fmla="*/ 1448974 h 1448974"/>
              <a:gd name="connsiteX3" fmla="*/ 0 w 727130"/>
              <a:gd name="connsiteY3" fmla="*/ 1448708 h 1448974"/>
              <a:gd name="connsiteX4" fmla="*/ 0 w 727130"/>
              <a:gd name="connsiteY4" fmla="*/ 267 h 14489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130" h="1448974">
                <a:moveTo>
                  <a:pt x="2643" y="0"/>
                </a:moveTo>
                <a:cubicBezTo>
                  <a:pt x="402766" y="0"/>
                  <a:pt x="727130" y="324364"/>
                  <a:pt x="727130" y="724487"/>
                </a:cubicBezTo>
                <a:cubicBezTo>
                  <a:pt x="727130" y="1124610"/>
                  <a:pt x="402766" y="1448974"/>
                  <a:pt x="2643" y="1448974"/>
                </a:cubicBezTo>
                <a:lnTo>
                  <a:pt x="0" y="1448708"/>
                </a:lnTo>
                <a:lnTo>
                  <a:pt x="0" y="267"/>
                </a:lnTo>
                <a:close/>
              </a:path>
            </a:pathLst>
          </a:cu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40" name="任意形状 39">
            <a:extLst>
              <a:ext uri="{FF2B5EF4-FFF2-40B4-BE49-F238E27FC236}">
                <a16:creationId xmlns:a16="http://schemas.microsoft.com/office/drawing/2014/main" id="{3F574AA1-2AFB-0FC8-A2EF-0221CEAC9CB0}"/>
              </a:ext>
            </a:extLst>
          </p:cNvPr>
          <p:cNvSpPr/>
          <p:nvPr/>
        </p:nvSpPr>
        <p:spPr>
          <a:xfrm>
            <a:off x="8580697" y="3298936"/>
            <a:ext cx="595236" cy="1148268"/>
          </a:xfrm>
          <a:custGeom>
            <a:avLst/>
            <a:gdLst>
              <a:gd name="connsiteX0" fmla="*/ 21102 w 595236"/>
              <a:gd name="connsiteY0" fmla="*/ 0 h 1148268"/>
              <a:gd name="connsiteX1" fmla="*/ 595236 w 595236"/>
              <a:gd name="connsiteY1" fmla="*/ 574134 h 1148268"/>
              <a:gd name="connsiteX2" fmla="*/ 21102 w 595236"/>
              <a:gd name="connsiteY2" fmla="*/ 1148268 h 1148268"/>
              <a:gd name="connsiteX3" fmla="*/ 0 w 595236"/>
              <a:gd name="connsiteY3" fmla="*/ 1146141 h 1148268"/>
              <a:gd name="connsiteX4" fmla="*/ 0 w 595236"/>
              <a:gd name="connsiteY4" fmla="*/ 2127 h 1148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236" h="1148268">
                <a:moveTo>
                  <a:pt x="21102" y="0"/>
                </a:moveTo>
                <a:cubicBezTo>
                  <a:pt x="338187" y="0"/>
                  <a:pt x="595236" y="257049"/>
                  <a:pt x="595236" y="574134"/>
                </a:cubicBezTo>
                <a:cubicBezTo>
                  <a:pt x="595236" y="891219"/>
                  <a:pt x="338187" y="1148268"/>
                  <a:pt x="21102" y="1148268"/>
                </a:cubicBezTo>
                <a:lnTo>
                  <a:pt x="0" y="1146141"/>
                </a:lnTo>
                <a:lnTo>
                  <a:pt x="0" y="2127"/>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41" name="文本框 40">
            <a:extLst>
              <a:ext uri="{FF2B5EF4-FFF2-40B4-BE49-F238E27FC236}">
                <a16:creationId xmlns:a16="http://schemas.microsoft.com/office/drawing/2014/main" id="{DFDE5ADC-66FE-1A78-40C1-A218D983EF00}"/>
              </a:ext>
            </a:extLst>
          </p:cNvPr>
          <p:cNvSpPr txBox="1"/>
          <p:nvPr/>
        </p:nvSpPr>
        <p:spPr>
          <a:xfrm>
            <a:off x="8158971" y="3460552"/>
            <a:ext cx="880369" cy="707886"/>
          </a:xfrm>
          <a:prstGeom prst="rect">
            <a:avLst/>
          </a:prstGeom>
          <a:noFill/>
        </p:spPr>
        <p:txBody>
          <a:bodyPr wrap="none" rtlCol="0">
            <a:spAutoFit/>
          </a:bodyPr>
          <a:lstStyle/>
          <a:p>
            <a:r>
              <a:rPr kumimoji="1" lang="en-US" altLang="zh-CN" sz="4000" dirty="0">
                <a:solidFill>
                  <a:schemeClr val="tx1">
                    <a:lumMod val="75000"/>
                    <a:lumOff val="25000"/>
                  </a:schemeClr>
                </a:solidFill>
                <a:latin typeface="+mj-ea"/>
                <a:ea typeface="+mj-ea"/>
              </a:rPr>
              <a:t>O3</a:t>
            </a:r>
            <a:endParaRPr kumimoji="1" lang="zh-CN" altLang="en-US" sz="4000" dirty="0">
              <a:solidFill>
                <a:schemeClr val="tx1">
                  <a:lumMod val="75000"/>
                  <a:lumOff val="25000"/>
                </a:schemeClr>
              </a:solidFill>
              <a:latin typeface="+mj-ea"/>
              <a:ea typeface="+mj-ea"/>
            </a:endParaRPr>
          </a:p>
        </p:txBody>
      </p:sp>
      <p:sp>
        <p:nvSpPr>
          <p:cNvPr id="42" name="文本框 41">
            <a:extLst>
              <a:ext uri="{FF2B5EF4-FFF2-40B4-BE49-F238E27FC236}">
                <a16:creationId xmlns:a16="http://schemas.microsoft.com/office/drawing/2014/main" id="{A071DC93-EBA6-9CA1-1921-056D55B226F1}"/>
              </a:ext>
            </a:extLst>
          </p:cNvPr>
          <p:cNvSpPr txBox="1"/>
          <p:nvPr/>
        </p:nvSpPr>
        <p:spPr>
          <a:xfrm>
            <a:off x="9347942" y="3282916"/>
            <a:ext cx="1372048"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标题文字内容</a:t>
            </a:r>
          </a:p>
        </p:txBody>
      </p:sp>
      <p:sp>
        <p:nvSpPr>
          <p:cNvPr id="43" name="文本框 42">
            <a:extLst>
              <a:ext uri="{FF2B5EF4-FFF2-40B4-BE49-F238E27FC236}">
                <a16:creationId xmlns:a16="http://schemas.microsoft.com/office/drawing/2014/main" id="{B1170A03-B22B-C1B3-FDB1-2A25089ED599}"/>
              </a:ext>
            </a:extLst>
          </p:cNvPr>
          <p:cNvSpPr txBox="1"/>
          <p:nvPr/>
        </p:nvSpPr>
        <p:spPr>
          <a:xfrm>
            <a:off x="9342155" y="3637296"/>
            <a:ext cx="1714459" cy="1598066"/>
          </a:xfrm>
          <a:prstGeom prst="rect">
            <a:avLst/>
          </a:prstGeom>
          <a:noFill/>
          <a:effectLst/>
        </p:spPr>
        <p:txBody>
          <a:bodyPr wrap="square" rtlCol="0">
            <a:spAutoFit/>
          </a:bodyPr>
          <a:lstStyle/>
          <a:p>
            <a:pPr algn="just">
              <a:lnSpc>
                <a:spcPct val="130000"/>
              </a:lnSpc>
            </a:pPr>
            <a:r>
              <a:rPr lang="zh-CN" altLang="en-US" sz="1100" dirty="0">
                <a:solidFill>
                  <a:schemeClr val="bg1">
                    <a:lumMod val="50000"/>
                  </a:schemeClr>
                </a:solidFill>
                <a:latin typeface="+mn-ea"/>
                <a:cs typeface="+mn-ea"/>
                <a:sym typeface="+mn-lt"/>
              </a:rPr>
              <a:t>点击输入简要文字解说，解说文字尽量概括精炼，不用多余的文字修饰简洁精准。</a:t>
            </a:r>
            <a:endParaRPr lang="en-US" altLang="zh-CN" sz="1100" dirty="0">
              <a:solidFill>
                <a:schemeClr val="bg1">
                  <a:lumMod val="50000"/>
                </a:schemeClr>
              </a:solidFill>
              <a:latin typeface="+mn-ea"/>
              <a:cs typeface="+mn-ea"/>
              <a:sym typeface="+mn-lt"/>
            </a:endParaRPr>
          </a:p>
          <a:p>
            <a:pPr algn="just">
              <a:lnSpc>
                <a:spcPct val="130000"/>
              </a:lnSpc>
            </a:pPr>
            <a:endParaRPr lang="en-US" altLang="zh-CN" sz="1100" dirty="0">
              <a:solidFill>
                <a:schemeClr val="bg1">
                  <a:lumMod val="50000"/>
                </a:schemeClr>
              </a:solidFill>
              <a:latin typeface="+mn-ea"/>
              <a:cs typeface="+mn-ea"/>
              <a:sym typeface="+mn-lt"/>
            </a:endParaRPr>
          </a:p>
          <a:p>
            <a:pPr algn="just">
              <a:lnSpc>
                <a:spcPct val="130000"/>
              </a:lnSpc>
            </a:pPr>
            <a:r>
              <a:rPr lang="zh-CN" altLang="en-US" sz="1100" dirty="0">
                <a:solidFill>
                  <a:schemeClr val="bg1">
                    <a:lumMod val="50000"/>
                  </a:schemeClr>
                </a:solidFill>
                <a:latin typeface="+mn-ea"/>
                <a:cs typeface="+mn-ea"/>
                <a:sym typeface="+mn-lt"/>
              </a:rPr>
              <a:t>点击输入简要文字解说，解说文字尽量概括精炼。</a:t>
            </a:r>
          </a:p>
        </p:txBody>
      </p:sp>
      <p:sp>
        <p:nvSpPr>
          <p:cNvPr id="44" name="Freeform 46">
            <a:extLst>
              <a:ext uri="{FF2B5EF4-FFF2-40B4-BE49-F238E27FC236}">
                <a16:creationId xmlns:a16="http://schemas.microsoft.com/office/drawing/2014/main" id="{098EE2C8-C037-3C34-57A4-049C630C1B20}"/>
              </a:ext>
            </a:extLst>
          </p:cNvPr>
          <p:cNvSpPr>
            <a:spLocks noEditPoints="1"/>
          </p:cNvSpPr>
          <p:nvPr/>
        </p:nvSpPr>
        <p:spPr bwMode="auto">
          <a:xfrm>
            <a:off x="9425014" y="2645996"/>
            <a:ext cx="394968" cy="397779"/>
          </a:xfrm>
          <a:custGeom>
            <a:avLst/>
            <a:gdLst>
              <a:gd name="T0" fmla="*/ 198 w 201"/>
              <a:gd name="T1" fmla="*/ 35 h 202"/>
              <a:gd name="T2" fmla="*/ 188 w 201"/>
              <a:gd name="T3" fmla="*/ 44 h 202"/>
              <a:gd name="T4" fmla="*/ 157 w 201"/>
              <a:gd name="T5" fmla="*/ 13 h 202"/>
              <a:gd name="T6" fmla="*/ 167 w 201"/>
              <a:gd name="T7" fmla="*/ 4 h 202"/>
              <a:gd name="T8" fmla="*/ 179 w 201"/>
              <a:gd name="T9" fmla="*/ 3 h 202"/>
              <a:gd name="T10" fmla="*/ 198 w 201"/>
              <a:gd name="T11" fmla="*/ 23 h 202"/>
              <a:gd name="T12" fmla="*/ 198 w 201"/>
              <a:gd name="T13" fmla="*/ 35 h 202"/>
              <a:gd name="T14" fmla="*/ 115 w 201"/>
              <a:gd name="T15" fmla="*/ 117 h 202"/>
              <a:gd name="T16" fmla="*/ 84 w 201"/>
              <a:gd name="T17" fmla="*/ 86 h 202"/>
              <a:gd name="T18" fmla="*/ 153 w 201"/>
              <a:gd name="T19" fmla="*/ 18 h 202"/>
              <a:gd name="T20" fmla="*/ 184 w 201"/>
              <a:gd name="T21" fmla="*/ 49 h 202"/>
              <a:gd name="T22" fmla="*/ 115 w 201"/>
              <a:gd name="T23" fmla="*/ 117 h 202"/>
              <a:gd name="T24" fmla="*/ 111 w 201"/>
              <a:gd name="T25" fmla="*/ 121 h 202"/>
              <a:gd name="T26" fmla="*/ 67 w 201"/>
              <a:gd name="T27" fmla="*/ 133 h 202"/>
              <a:gd name="T28" fmla="*/ 80 w 201"/>
              <a:gd name="T29" fmla="*/ 90 h 202"/>
              <a:gd name="T30" fmla="*/ 111 w 201"/>
              <a:gd name="T31" fmla="*/ 121 h 202"/>
              <a:gd name="T32" fmla="*/ 39 w 201"/>
              <a:gd name="T33" fmla="*/ 26 h 202"/>
              <a:gd name="T34" fmla="*/ 20 w 201"/>
              <a:gd name="T35" fmla="*/ 45 h 202"/>
              <a:gd name="T36" fmla="*/ 20 w 201"/>
              <a:gd name="T37" fmla="*/ 162 h 202"/>
              <a:gd name="T38" fmla="*/ 39 w 201"/>
              <a:gd name="T39" fmla="*/ 182 h 202"/>
              <a:gd name="T40" fmla="*/ 156 w 201"/>
              <a:gd name="T41" fmla="*/ 182 h 202"/>
              <a:gd name="T42" fmla="*/ 176 w 201"/>
              <a:gd name="T43" fmla="*/ 162 h 202"/>
              <a:gd name="T44" fmla="*/ 176 w 201"/>
              <a:gd name="T45" fmla="*/ 85 h 202"/>
              <a:gd name="T46" fmla="*/ 196 w 201"/>
              <a:gd name="T47" fmla="*/ 66 h 202"/>
              <a:gd name="T48" fmla="*/ 196 w 201"/>
              <a:gd name="T49" fmla="*/ 169 h 202"/>
              <a:gd name="T50" fmla="*/ 163 w 201"/>
              <a:gd name="T51" fmla="*/ 202 h 202"/>
              <a:gd name="T52" fmla="*/ 32 w 201"/>
              <a:gd name="T53" fmla="*/ 202 h 202"/>
              <a:gd name="T54" fmla="*/ 0 w 201"/>
              <a:gd name="T55" fmla="*/ 169 h 202"/>
              <a:gd name="T56" fmla="*/ 0 w 201"/>
              <a:gd name="T57" fmla="*/ 40 h 202"/>
              <a:gd name="T58" fmla="*/ 32 w 201"/>
              <a:gd name="T59" fmla="*/ 6 h 202"/>
              <a:gd name="T60" fmla="*/ 136 w 201"/>
              <a:gd name="T61" fmla="*/ 6 h 202"/>
              <a:gd name="T62" fmla="*/ 116 w 201"/>
              <a:gd name="T63" fmla="*/ 26 h 202"/>
              <a:gd name="T64" fmla="*/ 39 w 201"/>
              <a:gd name="T65" fmla="*/ 26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1" h="202">
                <a:moveTo>
                  <a:pt x="198" y="35"/>
                </a:moveTo>
                <a:cubicBezTo>
                  <a:pt x="188" y="44"/>
                  <a:pt x="188" y="44"/>
                  <a:pt x="188" y="44"/>
                </a:cubicBezTo>
                <a:cubicBezTo>
                  <a:pt x="157" y="13"/>
                  <a:pt x="157" y="13"/>
                  <a:pt x="157" y="13"/>
                </a:cubicBezTo>
                <a:cubicBezTo>
                  <a:pt x="167" y="4"/>
                  <a:pt x="167" y="4"/>
                  <a:pt x="167" y="4"/>
                </a:cubicBezTo>
                <a:cubicBezTo>
                  <a:pt x="170" y="0"/>
                  <a:pt x="175" y="0"/>
                  <a:pt x="179" y="3"/>
                </a:cubicBezTo>
                <a:cubicBezTo>
                  <a:pt x="198" y="23"/>
                  <a:pt x="198" y="23"/>
                  <a:pt x="198" y="23"/>
                </a:cubicBezTo>
                <a:cubicBezTo>
                  <a:pt x="201" y="26"/>
                  <a:pt x="201" y="31"/>
                  <a:pt x="198" y="35"/>
                </a:cubicBezTo>
                <a:close/>
                <a:moveTo>
                  <a:pt x="115" y="117"/>
                </a:moveTo>
                <a:cubicBezTo>
                  <a:pt x="84" y="86"/>
                  <a:pt x="84" y="86"/>
                  <a:pt x="84" y="86"/>
                </a:cubicBezTo>
                <a:cubicBezTo>
                  <a:pt x="153" y="18"/>
                  <a:pt x="153" y="18"/>
                  <a:pt x="153" y="18"/>
                </a:cubicBezTo>
                <a:cubicBezTo>
                  <a:pt x="184" y="49"/>
                  <a:pt x="184" y="49"/>
                  <a:pt x="184" y="49"/>
                </a:cubicBezTo>
                <a:lnTo>
                  <a:pt x="115" y="117"/>
                </a:lnTo>
                <a:close/>
                <a:moveTo>
                  <a:pt x="111" y="121"/>
                </a:moveTo>
                <a:cubicBezTo>
                  <a:pt x="67" y="133"/>
                  <a:pt x="67" y="133"/>
                  <a:pt x="67" y="133"/>
                </a:cubicBezTo>
                <a:cubicBezTo>
                  <a:pt x="80" y="90"/>
                  <a:pt x="80" y="90"/>
                  <a:pt x="80" y="90"/>
                </a:cubicBezTo>
                <a:lnTo>
                  <a:pt x="111" y="121"/>
                </a:lnTo>
                <a:close/>
                <a:moveTo>
                  <a:pt x="39" y="26"/>
                </a:moveTo>
                <a:cubicBezTo>
                  <a:pt x="28" y="26"/>
                  <a:pt x="20" y="34"/>
                  <a:pt x="20" y="45"/>
                </a:cubicBezTo>
                <a:cubicBezTo>
                  <a:pt x="20" y="162"/>
                  <a:pt x="20" y="162"/>
                  <a:pt x="20" y="162"/>
                </a:cubicBezTo>
                <a:cubicBezTo>
                  <a:pt x="20" y="173"/>
                  <a:pt x="28" y="182"/>
                  <a:pt x="39" y="182"/>
                </a:cubicBezTo>
                <a:cubicBezTo>
                  <a:pt x="156" y="182"/>
                  <a:pt x="156" y="182"/>
                  <a:pt x="156" y="182"/>
                </a:cubicBezTo>
                <a:cubicBezTo>
                  <a:pt x="167" y="182"/>
                  <a:pt x="176" y="173"/>
                  <a:pt x="176" y="162"/>
                </a:cubicBezTo>
                <a:cubicBezTo>
                  <a:pt x="176" y="85"/>
                  <a:pt x="176" y="85"/>
                  <a:pt x="176" y="85"/>
                </a:cubicBezTo>
                <a:cubicBezTo>
                  <a:pt x="196" y="66"/>
                  <a:pt x="196" y="66"/>
                  <a:pt x="196" y="66"/>
                </a:cubicBezTo>
                <a:cubicBezTo>
                  <a:pt x="196" y="169"/>
                  <a:pt x="196" y="169"/>
                  <a:pt x="196" y="169"/>
                </a:cubicBezTo>
                <a:cubicBezTo>
                  <a:pt x="196" y="187"/>
                  <a:pt x="181" y="202"/>
                  <a:pt x="163" y="202"/>
                </a:cubicBezTo>
                <a:cubicBezTo>
                  <a:pt x="32" y="202"/>
                  <a:pt x="32" y="202"/>
                  <a:pt x="32" y="202"/>
                </a:cubicBezTo>
                <a:cubicBezTo>
                  <a:pt x="14" y="202"/>
                  <a:pt x="0" y="187"/>
                  <a:pt x="0" y="169"/>
                </a:cubicBezTo>
                <a:cubicBezTo>
                  <a:pt x="0" y="40"/>
                  <a:pt x="0" y="40"/>
                  <a:pt x="0" y="40"/>
                </a:cubicBezTo>
                <a:cubicBezTo>
                  <a:pt x="0" y="22"/>
                  <a:pt x="14" y="6"/>
                  <a:pt x="32" y="6"/>
                </a:cubicBezTo>
                <a:cubicBezTo>
                  <a:pt x="136" y="6"/>
                  <a:pt x="136" y="6"/>
                  <a:pt x="136" y="6"/>
                </a:cubicBezTo>
                <a:cubicBezTo>
                  <a:pt x="116" y="26"/>
                  <a:pt x="116" y="26"/>
                  <a:pt x="116" y="26"/>
                </a:cubicBezTo>
                <a:lnTo>
                  <a:pt x="39" y="26"/>
                </a:lnTo>
                <a:close/>
              </a:path>
            </a:pathLst>
          </a:custGeom>
          <a:gradFill>
            <a:gsLst>
              <a:gs pos="0">
                <a:srgbClr val="2D5293"/>
              </a:gs>
              <a:gs pos="100000">
                <a:srgbClr val="1F3764"/>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45" name="Freeform 51">
            <a:extLst>
              <a:ext uri="{FF2B5EF4-FFF2-40B4-BE49-F238E27FC236}">
                <a16:creationId xmlns:a16="http://schemas.microsoft.com/office/drawing/2014/main" id="{E39D51F8-F8D9-DA79-4E43-ED4CBA614DE6}"/>
              </a:ext>
            </a:extLst>
          </p:cNvPr>
          <p:cNvSpPr>
            <a:spLocks noEditPoints="1"/>
          </p:cNvSpPr>
          <p:nvPr/>
        </p:nvSpPr>
        <p:spPr bwMode="auto">
          <a:xfrm>
            <a:off x="5666405" y="2663566"/>
            <a:ext cx="393562" cy="362639"/>
          </a:xfrm>
          <a:custGeom>
            <a:avLst/>
            <a:gdLst>
              <a:gd name="T0" fmla="*/ 199 w 200"/>
              <a:gd name="T1" fmla="*/ 115 h 184"/>
              <a:gd name="T2" fmla="*/ 164 w 200"/>
              <a:gd name="T3" fmla="*/ 0 h 184"/>
              <a:gd name="T4" fmla="*/ 35 w 200"/>
              <a:gd name="T5" fmla="*/ 0 h 184"/>
              <a:gd name="T6" fmla="*/ 0 w 200"/>
              <a:gd name="T7" fmla="*/ 115 h 184"/>
              <a:gd name="T8" fmla="*/ 0 w 200"/>
              <a:gd name="T9" fmla="*/ 115 h 184"/>
              <a:gd name="T10" fmla="*/ 0 w 200"/>
              <a:gd name="T11" fmla="*/ 172 h 184"/>
              <a:gd name="T12" fmla="*/ 12 w 200"/>
              <a:gd name="T13" fmla="*/ 184 h 184"/>
              <a:gd name="T14" fmla="*/ 188 w 200"/>
              <a:gd name="T15" fmla="*/ 184 h 184"/>
              <a:gd name="T16" fmla="*/ 200 w 200"/>
              <a:gd name="T17" fmla="*/ 172 h 184"/>
              <a:gd name="T18" fmla="*/ 200 w 200"/>
              <a:gd name="T19" fmla="*/ 115 h 184"/>
              <a:gd name="T20" fmla="*/ 199 w 200"/>
              <a:gd name="T21" fmla="*/ 115 h 184"/>
              <a:gd name="T22" fmla="*/ 143 w 200"/>
              <a:gd name="T23" fmla="*/ 112 h 184"/>
              <a:gd name="T24" fmla="*/ 125 w 200"/>
              <a:gd name="T25" fmla="*/ 148 h 184"/>
              <a:gd name="T26" fmla="*/ 73 w 200"/>
              <a:gd name="T27" fmla="*/ 148 h 184"/>
              <a:gd name="T28" fmla="*/ 54 w 200"/>
              <a:gd name="T29" fmla="*/ 112 h 184"/>
              <a:gd name="T30" fmla="*/ 20 w 200"/>
              <a:gd name="T31" fmla="*/ 112 h 184"/>
              <a:gd name="T32" fmla="*/ 50 w 200"/>
              <a:gd name="T33" fmla="*/ 12 h 184"/>
              <a:gd name="T34" fmla="*/ 149 w 200"/>
              <a:gd name="T35" fmla="*/ 12 h 184"/>
              <a:gd name="T36" fmla="*/ 180 w 200"/>
              <a:gd name="T37" fmla="*/ 112 h 184"/>
              <a:gd name="T38" fmla="*/ 143 w 200"/>
              <a:gd name="T39" fmla="*/ 112 h 184"/>
              <a:gd name="T40" fmla="*/ 132 w 200"/>
              <a:gd name="T41" fmla="*/ 28 h 184"/>
              <a:gd name="T42" fmla="*/ 67 w 200"/>
              <a:gd name="T43" fmla="*/ 28 h 184"/>
              <a:gd name="T44" fmla="*/ 65 w 200"/>
              <a:gd name="T45" fmla="*/ 36 h 184"/>
              <a:gd name="T46" fmla="*/ 134 w 200"/>
              <a:gd name="T47" fmla="*/ 36 h 184"/>
              <a:gd name="T48" fmla="*/ 132 w 200"/>
              <a:gd name="T49" fmla="*/ 28 h 184"/>
              <a:gd name="T50" fmla="*/ 138 w 200"/>
              <a:gd name="T51" fmla="*/ 48 h 184"/>
              <a:gd name="T52" fmla="*/ 61 w 200"/>
              <a:gd name="T53" fmla="*/ 48 h 184"/>
              <a:gd name="T54" fmla="*/ 59 w 200"/>
              <a:gd name="T55" fmla="*/ 56 h 184"/>
              <a:gd name="T56" fmla="*/ 140 w 200"/>
              <a:gd name="T57" fmla="*/ 56 h 184"/>
              <a:gd name="T58" fmla="*/ 138 w 200"/>
              <a:gd name="T59" fmla="*/ 48 h 184"/>
              <a:gd name="T60" fmla="*/ 144 w 200"/>
              <a:gd name="T61" fmla="*/ 68 h 184"/>
              <a:gd name="T62" fmla="*/ 55 w 200"/>
              <a:gd name="T63" fmla="*/ 68 h 184"/>
              <a:gd name="T64" fmla="*/ 53 w 200"/>
              <a:gd name="T65" fmla="*/ 76 h 184"/>
              <a:gd name="T66" fmla="*/ 146 w 200"/>
              <a:gd name="T67" fmla="*/ 76 h 184"/>
              <a:gd name="T68" fmla="*/ 144 w 200"/>
              <a:gd name="T69" fmla="*/ 68 h 184"/>
              <a:gd name="T70" fmla="*/ 47 w 200"/>
              <a:gd name="T71" fmla="*/ 96 h 184"/>
              <a:gd name="T72" fmla="*/ 152 w 200"/>
              <a:gd name="T73" fmla="*/ 96 h 184"/>
              <a:gd name="T74" fmla="*/ 149 w 200"/>
              <a:gd name="T75" fmla="*/ 88 h 184"/>
              <a:gd name="T76" fmla="*/ 50 w 200"/>
              <a:gd name="T77" fmla="*/ 88 h 184"/>
              <a:gd name="T78" fmla="*/ 47 w 200"/>
              <a:gd name="T79" fmla="*/ 96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0" h="184">
                <a:moveTo>
                  <a:pt x="199" y="115"/>
                </a:moveTo>
                <a:cubicBezTo>
                  <a:pt x="164" y="0"/>
                  <a:pt x="164" y="0"/>
                  <a:pt x="164" y="0"/>
                </a:cubicBezTo>
                <a:cubicBezTo>
                  <a:pt x="35" y="0"/>
                  <a:pt x="35" y="0"/>
                  <a:pt x="35" y="0"/>
                </a:cubicBezTo>
                <a:cubicBezTo>
                  <a:pt x="0" y="115"/>
                  <a:pt x="0" y="115"/>
                  <a:pt x="0" y="115"/>
                </a:cubicBezTo>
                <a:cubicBezTo>
                  <a:pt x="0" y="115"/>
                  <a:pt x="0" y="115"/>
                  <a:pt x="0" y="115"/>
                </a:cubicBezTo>
                <a:cubicBezTo>
                  <a:pt x="0" y="172"/>
                  <a:pt x="0" y="172"/>
                  <a:pt x="0" y="172"/>
                </a:cubicBezTo>
                <a:cubicBezTo>
                  <a:pt x="0" y="178"/>
                  <a:pt x="5" y="184"/>
                  <a:pt x="12" y="184"/>
                </a:cubicBezTo>
                <a:cubicBezTo>
                  <a:pt x="188" y="184"/>
                  <a:pt x="188" y="184"/>
                  <a:pt x="188" y="184"/>
                </a:cubicBezTo>
                <a:cubicBezTo>
                  <a:pt x="194" y="184"/>
                  <a:pt x="200" y="178"/>
                  <a:pt x="200" y="172"/>
                </a:cubicBezTo>
                <a:cubicBezTo>
                  <a:pt x="200" y="115"/>
                  <a:pt x="200" y="115"/>
                  <a:pt x="200" y="115"/>
                </a:cubicBezTo>
                <a:lnTo>
                  <a:pt x="199" y="115"/>
                </a:lnTo>
                <a:close/>
                <a:moveTo>
                  <a:pt x="143" y="112"/>
                </a:moveTo>
                <a:cubicBezTo>
                  <a:pt x="125" y="148"/>
                  <a:pt x="125" y="148"/>
                  <a:pt x="125" y="148"/>
                </a:cubicBezTo>
                <a:cubicBezTo>
                  <a:pt x="73" y="148"/>
                  <a:pt x="73" y="148"/>
                  <a:pt x="73" y="148"/>
                </a:cubicBezTo>
                <a:cubicBezTo>
                  <a:pt x="54" y="112"/>
                  <a:pt x="54" y="112"/>
                  <a:pt x="54" y="112"/>
                </a:cubicBezTo>
                <a:cubicBezTo>
                  <a:pt x="20" y="112"/>
                  <a:pt x="20" y="112"/>
                  <a:pt x="20" y="112"/>
                </a:cubicBezTo>
                <a:cubicBezTo>
                  <a:pt x="50" y="12"/>
                  <a:pt x="50" y="12"/>
                  <a:pt x="50" y="12"/>
                </a:cubicBezTo>
                <a:cubicBezTo>
                  <a:pt x="149" y="12"/>
                  <a:pt x="149" y="12"/>
                  <a:pt x="149" y="12"/>
                </a:cubicBezTo>
                <a:cubicBezTo>
                  <a:pt x="180" y="112"/>
                  <a:pt x="180" y="112"/>
                  <a:pt x="180" y="112"/>
                </a:cubicBezTo>
                <a:lnTo>
                  <a:pt x="143" y="112"/>
                </a:lnTo>
                <a:close/>
                <a:moveTo>
                  <a:pt x="132" y="28"/>
                </a:moveTo>
                <a:cubicBezTo>
                  <a:pt x="67" y="28"/>
                  <a:pt x="67" y="28"/>
                  <a:pt x="67" y="28"/>
                </a:cubicBezTo>
                <a:cubicBezTo>
                  <a:pt x="65" y="36"/>
                  <a:pt x="65" y="36"/>
                  <a:pt x="65" y="36"/>
                </a:cubicBezTo>
                <a:cubicBezTo>
                  <a:pt x="134" y="36"/>
                  <a:pt x="134" y="36"/>
                  <a:pt x="134" y="36"/>
                </a:cubicBezTo>
                <a:lnTo>
                  <a:pt x="132" y="28"/>
                </a:lnTo>
                <a:close/>
                <a:moveTo>
                  <a:pt x="138" y="48"/>
                </a:moveTo>
                <a:cubicBezTo>
                  <a:pt x="61" y="48"/>
                  <a:pt x="61" y="48"/>
                  <a:pt x="61" y="48"/>
                </a:cubicBezTo>
                <a:cubicBezTo>
                  <a:pt x="59" y="56"/>
                  <a:pt x="59" y="56"/>
                  <a:pt x="59" y="56"/>
                </a:cubicBezTo>
                <a:cubicBezTo>
                  <a:pt x="140" y="56"/>
                  <a:pt x="140" y="56"/>
                  <a:pt x="140" y="56"/>
                </a:cubicBezTo>
                <a:lnTo>
                  <a:pt x="138" y="48"/>
                </a:lnTo>
                <a:close/>
                <a:moveTo>
                  <a:pt x="144" y="68"/>
                </a:moveTo>
                <a:cubicBezTo>
                  <a:pt x="55" y="68"/>
                  <a:pt x="55" y="68"/>
                  <a:pt x="55" y="68"/>
                </a:cubicBezTo>
                <a:cubicBezTo>
                  <a:pt x="53" y="76"/>
                  <a:pt x="53" y="76"/>
                  <a:pt x="53" y="76"/>
                </a:cubicBezTo>
                <a:cubicBezTo>
                  <a:pt x="146" y="76"/>
                  <a:pt x="146" y="76"/>
                  <a:pt x="146" y="76"/>
                </a:cubicBezTo>
                <a:lnTo>
                  <a:pt x="144" y="68"/>
                </a:lnTo>
                <a:close/>
                <a:moveTo>
                  <a:pt x="47" y="96"/>
                </a:moveTo>
                <a:cubicBezTo>
                  <a:pt x="152" y="96"/>
                  <a:pt x="152" y="96"/>
                  <a:pt x="152" y="96"/>
                </a:cubicBezTo>
                <a:cubicBezTo>
                  <a:pt x="149" y="88"/>
                  <a:pt x="149" y="88"/>
                  <a:pt x="149" y="88"/>
                </a:cubicBezTo>
                <a:cubicBezTo>
                  <a:pt x="50" y="88"/>
                  <a:pt x="50" y="88"/>
                  <a:pt x="50" y="88"/>
                </a:cubicBezTo>
                <a:lnTo>
                  <a:pt x="47" y="96"/>
                </a:lnTo>
                <a:close/>
              </a:path>
            </a:pathLst>
          </a:custGeom>
          <a:gradFill>
            <a:gsLst>
              <a:gs pos="0">
                <a:srgbClr val="2D5293"/>
              </a:gs>
              <a:gs pos="100000">
                <a:srgbClr val="1F3764"/>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Tree>
    <p:extLst>
      <p:ext uri="{BB962C8B-B14F-4D97-AF65-F5344CB8AC3E}">
        <p14:creationId xmlns:p14="http://schemas.microsoft.com/office/powerpoint/2010/main" val="248062172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checkerboard(across)">
                                      <p:cBhvr>
                                        <p:cTn id="7" dur="500"/>
                                        <p:tgtEl>
                                          <p:spTgt spid="28"/>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ppt_x"/>
                                          </p:val>
                                        </p:tav>
                                        <p:tav tm="100000">
                                          <p:val>
                                            <p:strVal val="#ppt_x"/>
                                          </p:val>
                                        </p:tav>
                                      </p:tavLst>
                                    </p:anim>
                                    <p:anim calcmode="lin" valueType="num">
                                      <p:cBhvr additive="base">
                                        <p:cTn id="12" dur="500" fill="hold"/>
                                        <p:tgtEl>
                                          <p:spTgt spid="29"/>
                                        </p:tgtEl>
                                        <p:attrNameLst>
                                          <p:attrName>ppt_y</p:attrName>
                                        </p:attrNameLst>
                                      </p:cBhvr>
                                      <p:tavLst>
                                        <p:tav tm="0">
                                          <p:val>
                                            <p:strVal val="1+#ppt_h/2"/>
                                          </p:val>
                                        </p:tav>
                                        <p:tav tm="100000">
                                          <p:val>
                                            <p:strVal val="#ppt_y"/>
                                          </p:val>
                                        </p:tav>
                                      </p:tavLst>
                                    </p:anim>
                                  </p:childTnLst>
                                </p:cTn>
                              </p:par>
                              <p:par>
                                <p:cTn id="13" presetID="5" presetClass="entr" presetSubtype="1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checkerboard(across)">
                                      <p:cBhvr>
                                        <p:cTn id="15" dur="500"/>
                                        <p:tgtEl>
                                          <p:spTgt spid="35"/>
                                        </p:tgtEl>
                                      </p:cBhvr>
                                    </p:animEffect>
                                  </p:childTnLst>
                                </p:cTn>
                              </p:par>
                            </p:childTnLst>
                          </p:cTn>
                        </p:par>
                        <p:par>
                          <p:cTn id="16" fill="hold">
                            <p:stCondLst>
                              <p:cond delay="1000"/>
                            </p:stCondLst>
                            <p:childTnLst>
                              <p:par>
                                <p:cTn id="17" presetID="2" presetClass="entr" presetSubtype="4" fill="hold" grpId="0" nodeType="afterEffect">
                                  <p:stCondLst>
                                    <p:cond delay="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500" fill="hold"/>
                                        <p:tgtEl>
                                          <p:spTgt spid="36"/>
                                        </p:tgtEl>
                                        <p:attrNameLst>
                                          <p:attrName>ppt_x</p:attrName>
                                        </p:attrNameLst>
                                      </p:cBhvr>
                                      <p:tavLst>
                                        <p:tav tm="0">
                                          <p:val>
                                            <p:strVal val="#ppt_x"/>
                                          </p:val>
                                        </p:tav>
                                        <p:tav tm="100000">
                                          <p:val>
                                            <p:strVal val="#ppt_x"/>
                                          </p:val>
                                        </p:tav>
                                      </p:tavLst>
                                    </p:anim>
                                    <p:anim calcmode="lin" valueType="num">
                                      <p:cBhvr additive="base">
                                        <p:cTn id="20" dur="500" fill="hold"/>
                                        <p:tgtEl>
                                          <p:spTgt spid="36"/>
                                        </p:tgtEl>
                                        <p:attrNameLst>
                                          <p:attrName>ppt_y</p:attrName>
                                        </p:attrNameLst>
                                      </p:cBhvr>
                                      <p:tavLst>
                                        <p:tav tm="0">
                                          <p:val>
                                            <p:strVal val="1+#ppt_h/2"/>
                                          </p:val>
                                        </p:tav>
                                        <p:tav tm="100000">
                                          <p:val>
                                            <p:strVal val="#ppt_y"/>
                                          </p:val>
                                        </p:tav>
                                      </p:tavLst>
                                    </p:anim>
                                  </p:childTnLst>
                                </p:cTn>
                              </p:par>
                              <p:par>
                                <p:cTn id="21" presetID="5" presetClass="entr" presetSubtype="1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checkerboard(across)">
                                      <p:cBhvr>
                                        <p:cTn id="23" dur="500"/>
                                        <p:tgtEl>
                                          <p:spTgt spid="42"/>
                                        </p:tgtEl>
                                      </p:cBhvr>
                                    </p:animEffect>
                                  </p:childTnLst>
                                </p:cTn>
                              </p:par>
                            </p:childTnLst>
                          </p:cTn>
                        </p:par>
                        <p:par>
                          <p:cTn id="24" fill="hold">
                            <p:stCondLst>
                              <p:cond delay="1500"/>
                            </p:stCondLst>
                            <p:childTnLst>
                              <p:par>
                                <p:cTn id="25" presetID="2" presetClass="entr" presetSubtype="4" fill="hold" grpId="0" nodeType="afterEffect">
                                  <p:stCondLst>
                                    <p:cond delay="0"/>
                                  </p:stCondLst>
                                  <p:childTnLst>
                                    <p:set>
                                      <p:cBhvr>
                                        <p:cTn id="26" dur="1" fill="hold">
                                          <p:stCondLst>
                                            <p:cond delay="0"/>
                                          </p:stCondLst>
                                        </p:cTn>
                                        <p:tgtEl>
                                          <p:spTgt spid="43"/>
                                        </p:tgtEl>
                                        <p:attrNameLst>
                                          <p:attrName>style.visibility</p:attrName>
                                        </p:attrNameLst>
                                      </p:cBhvr>
                                      <p:to>
                                        <p:strVal val="visible"/>
                                      </p:to>
                                    </p:set>
                                    <p:anim calcmode="lin" valueType="num">
                                      <p:cBhvr additive="base">
                                        <p:cTn id="27" dur="500" fill="hold"/>
                                        <p:tgtEl>
                                          <p:spTgt spid="43"/>
                                        </p:tgtEl>
                                        <p:attrNameLst>
                                          <p:attrName>ppt_x</p:attrName>
                                        </p:attrNameLst>
                                      </p:cBhvr>
                                      <p:tavLst>
                                        <p:tav tm="0">
                                          <p:val>
                                            <p:strVal val="#ppt_x"/>
                                          </p:val>
                                        </p:tav>
                                        <p:tav tm="100000">
                                          <p:val>
                                            <p:strVal val="#ppt_x"/>
                                          </p:val>
                                        </p:tav>
                                      </p:tavLst>
                                    </p:anim>
                                    <p:anim calcmode="lin" valueType="num">
                                      <p:cBhvr additive="base">
                                        <p:cTn id="28"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5" grpId="0"/>
      <p:bldP spid="36" grpId="0"/>
      <p:bldP spid="42" grpId="0"/>
      <p:bldP spid="4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83732-7E04-1BE0-5DFF-FA66CA5FCE81}"/>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ADD6BB7-AA60-6BBF-F088-D9E86A440572}"/>
              </a:ext>
            </a:extLst>
          </p:cNvPr>
          <p:cNvSpPr txBox="1"/>
          <p:nvPr/>
        </p:nvSpPr>
        <p:spPr>
          <a:xfrm>
            <a:off x="181204" y="259385"/>
            <a:ext cx="2550426" cy="646331"/>
          </a:xfrm>
          <a:prstGeom prst="rect">
            <a:avLst/>
          </a:prstGeom>
          <a:noFill/>
        </p:spPr>
        <p:txBody>
          <a:bodyPr wrap="square" rtlCol="0">
            <a:spAutoFit/>
          </a:bodyPr>
          <a:lstStyle/>
          <a:p>
            <a:pPr algn="dist"/>
            <a:r>
              <a:rPr kumimoji="1" lang="zh-CN" altLang="en-US" sz="3600" dirty="0">
                <a:solidFill>
                  <a:schemeClr val="bg1"/>
                </a:soli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工作概述</a:t>
            </a:r>
          </a:p>
        </p:txBody>
      </p:sp>
      <p:sp>
        <p:nvSpPr>
          <p:cNvPr id="22" name="圆角矩形 21">
            <a:extLst>
              <a:ext uri="{FF2B5EF4-FFF2-40B4-BE49-F238E27FC236}">
                <a16:creationId xmlns:a16="http://schemas.microsoft.com/office/drawing/2014/main" id="{F6D3D8EE-32E2-E0ED-97C1-0E33425F5DA9}"/>
              </a:ext>
            </a:extLst>
          </p:cNvPr>
          <p:cNvSpPr/>
          <p:nvPr/>
        </p:nvSpPr>
        <p:spPr>
          <a:xfrm>
            <a:off x="1257300" y="4797425"/>
            <a:ext cx="9639300" cy="3683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圆角矩形 22">
            <a:extLst>
              <a:ext uri="{FF2B5EF4-FFF2-40B4-BE49-F238E27FC236}">
                <a16:creationId xmlns:a16="http://schemas.microsoft.com/office/drawing/2014/main" id="{5B4C2706-4B21-C6BA-5C8E-EC1F63BC7214}"/>
              </a:ext>
            </a:extLst>
          </p:cNvPr>
          <p:cNvSpPr/>
          <p:nvPr/>
        </p:nvSpPr>
        <p:spPr>
          <a:xfrm>
            <a:off x="4991100" y="4797425"/>
            <a:ext cx="3683000" cy="368300"/>
          </a:xfrm>
          <a:prstGeom prst="roundRect">
            <a:avLst>
              <a:gd name="adj" fmla="val 50000"/>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同心圆 23">
            <a:extLst>
              <a:ext uri="{FF2B5EF4-FFF2-40B4-BE49-F238E27FC236}">
                <a16:creationId xmlns:a16="http://schemas.microsoft.com/office/drawing/2014/main" id="{D17D1799-F28E-8361-C3A0-E8ECD38B85B2}"/>
              </a:ext>
            </a:extLst>
          </p:cNvPr>
          <p:cNvSpPr/>
          <p:nvPr/>
        </p:nvSpPr>
        <p:spPr>
          <a:xfrm>
            <a:off x="6813550" y="1692275"/>
            <a:ext cx="3473450" cy="3473450"/>
          </a:xfrm>
          <a:prstGeom prst="donut">
            <a:avLst>
              <a:gd name="adj" fmla="val 10971"/>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5" name="文本框 24">
            <a:extLst>
              <a:ext uri="{FF2B5EF4-FFF2-40B4-BE49-F238E27FC236}">
                <a16:creationId xmlns:a16="http://schemas.microsoft.com/office/drawing/2014/main" id="{5423BC86-59D7-F0E7-EBC6-95F77548E3C6}"/>
              </a:ext>
            </a:extLst>
          </p:cNvPr>
          <p:cNvSpPr txBox="1"/>
          <p:nvPr/>
        </p:nvSpPr>
        <p:spPr>
          <a:xfrm>
            <a:off x="1566417" y="5305425"/>
            <a:ext cx="833883" cy="400110"/>
          </a:xfrm>
          <a:prstGeom prst="rect">
            <a:avLst/>
          </a:prstGeom>
          <a:noFill/>
        </p:spPr>
        <p:txBody>
          <a:bodyPr wrap="none" rtlCol="0">
            <a:spAutoFit/>
          </a:bodyPr>
          <a:lstStyle/>
          <a:p>
            <a:r>
              <a:rPr kumimoji="1" lang="en-US" altLang="zh-CN" sz="2000" dirty="0">
                <a:solidFill>
                  <a:schemeClr val="tx1">
                    <a:lumMod val="75000"/>
                    <a:lumOff val="25000"/>
                  </a:schemeClr>
                </a:solidFill>
                <a:latin typeface="+mj-ea"/>
                <a:ea typeface="+mj-ea"/>
              </a:rPr>
              <a:t>2O25</a:t>
            </a:r>
            <a:endParaRPr kumimoji="1" lang="zh-CN" altLang="en-US" sz="2000" dirty="0">
              <a:solidFill>
                <a:schemeClr val="tx1">
                  <a:lumMod val="75000"/>
                  <a:lumOff val="25000"/>
                </a:schemeClr>
              </a:solidFill>
              <a:latin typeface="+mj-ea"/>
              <a:ea typeface="+mj-ea"/>
            </a:endParaRPr>
          </a:p>
        </p:txBody>
      </p:sp>
      <p:sp>
        <p:nvSpPr>
          <p:cNvPr id="26" name="文本框 25">
            <a:extLst>
              <a:ext uri="{FF2B5EF4-FFF2-40B4-BE49-F238E27FC236}">
                <a16:creationId xmlns:a16="http://schemas.microsoft.com/office/drawing/2014/main" id="{1802FCF5-47BA-DF71-6CE7-9E80C51D45C6}"/>
              </a:ext>
            </a:extLst>
          </p:cNvPr>
          <p:cNvSpPr txBox="1"/>
          <p:nvPr/>
        </p:nvSpPr>
        <p:spPr>
          <a:xfrm>
            <a:off x="1553717" y="5621725"/>
            <a:ext cx="1265090" cy="261610"/>
          </a:xfrm>
          <a:prstGeom prst="rect">
            <a:avLst/>
          </a:prstGeom>
          <a:noFill/>
        </p:spPr>
        <p:txBody>
          <a:bodyPr wrap="none" rtlCol="0">
            <a:spAutoFit/>
          </a:bodyPr>
          <a:lstStyle/>
          <a:p>
            <a:r>
              <a:rPr kumimoji="1" lang="en-US" altLang="zh-CN" sz="1100" dirty="0">
                <a:solidFill>
                  <a:schemeClr val="tx1">
                    <a:lumMod val="75000"/>
                    <a:lumOff val="25000"/>
                  </a:schemeClr>
                </a:solidFill>
                <a:latin typeface="+mn-ea"/>
              </a:rPr>
              <a:t>BUSINESS</a:t>
            </a:r>
            <a:r>
              <a:rPr kumimoji="1" lang="zh-CN" altLang="en-US" sz="1100" dirty="0">
                <a:solidFill>
                  <a:schemeClr val="tx1">
                    <a:lumMod val="75000"/>
                    <a:lumOff val="25000"/>
                  </a:schemeClr>
                </a:solidFill>
                <a:latin typeface="+mn-ea"/>
              </a:rPr>
              <a:t> </a:t>
            </a:r>
            <a:r>
              <a:rPr kumimoji="1" lang="en-US" altLang="zh-CN" sz="1100" dirty="0">
                <a:solidFill>
                  <a:schemeClr val="tx1">
                    <a:lumMod val="75000"/>
                    <a:lumOff val="25000"/>
                  </a:schemeClr>
                </a:solidFill>
                <a:latin typeface="+mn-ea"/>
              </a:rPr>
              <a:t>TITLE</a:t>
            </a:r>
            <a:endParaRPr kumimoji="1" lang="zh-CN" altLang="en-US" sz="1100" dirty="0">
              <a:solidFill>
                <a:schemeClr val="tx1">
                  <a:lumMod val="75000"/>
                  <a:lumOff val="25000"/>
                </a:schemeClr>
              </a:solidFill>
              <a:latin typeface="+mn-ea"/>
            </a:endParaRPr>
          </a:p>
        </p:txBody>
      </p:sp>
      <p:sp>
        <p:nvSpPr>
          <p:cNvPr id="27" name="文本框 26">
            <a:extLst>
              <a:ext uri="{FF2B5EF4-FFF2-40B4-BE49-F238E27FC236}">
                <a16:creationId xmlns:a16="http://schemas.microsoft.com/office/drawing/2014/main" id="{39AB52A4-4857-63CC-75B8-B844AE050252}"/>
              </a:ext>
            </a:extLst>
          </p:cNvPr>
          <p:cNvSpPr txBox="1"/>
          <p:nvPr/>
        </p:nvSpPr>
        <p:spPr>
          <a:xfrm>
            <a:off x="3695784" y="5305425"/>
            <a:ext cx="833883" cy="400110"/>
          </a:xfrm>
          <a:prstGeom prst="rect">
            <a:avLst/>
          </a:prstGeom>
          <a:noFill/>
        </p:spPr>
        <p:txBody>
          <a:bodyPr wrap="none" rtlCol="0">
            <a:spAutoFit/>
          </a:bodyPr>
          <a:lstStyle/>
          <a:p>
            <a:r>
              <a:rPr kumimoji="1" lang="en-US" altLang="zh-CN" sz="2000" dirty="0">
                <a:solidFill>
                  <a:schemeClr val="tx1">
                    <a:lumMod val="75000"/>
                    <a:lumOff val="25000"/>
                  </a:schemeClr>
                </a:solidFill>
                <a:latin typeface="+mj-ea"/>
                <a:ea typeface="+mj-ea"/>
              </a:rPr>
              <a:t>2O26</a:t>
            </a:r>
            <a:endParaRPr kumimoji="1" lang="zh-CN" altLang="en-US" sz="2000" dirty="0">
              <a:solidFill>
                <a:schemeClr val="tx1">
                  <a:lumMod val="75000"/>
                  <a:lumOff val="25000"/>
                </a:schemeClr>
              </a:solidFill>
              <a:latin typeface="+mj-ea"/>
              <a:ea typeface="+mj-ea"/>
            </a:endParaRPr>
          </a:p>
        </p:txBody>
      </p:sp>
      <p:sp>
        <p:nvSpPr>
          <p:cNvPr id="28" name="文本框 27">
            <a:extLst>
              <a:ext uri="{FF2B5EF4-FFF2-40B4-BE49-F238E27FC236}">
                <a16:creationId xmlns:a16="http://schemas.microsoft.com/office/drawing/2014/main" id="{7CE3FA93-4773-9BFD-5385-D60E725317CE}"/>
              </a:ext>
            </a:extLst>
          </p:cNvPr>
          <p:cNvSpPr txBox="1"/>
          <p:nvPr/>
        </p:nvSpPr>
        <p:spPr>
          <a:xfrm>
            <a:off x="3683084" y="5621725"/>
            <a:ext cx="1265090" cy="261610"/>
          </a:xfrm>
          <a:prstGeom prst="rect">
            <a:avLst/>
          </a:prstGeom>
          <a:noFill/>
        </p:spPr>
        <p:txBody>
          <a:bodyPr wrap="none" rtlCol="0">
            <a:spAutoFit/>
          </a:bodyPr>
          <a:lstStyle/>
          <a:p>
            <a:r>
              <a:rPr kumimoji="1" lang="en-US" altLang="zh-CN" sz="1100" dirty="0">
                <a:solidFill>
                  <a:schemeClr val="tx1">
                    <a:lumMod val="75000"/>
                    <a:lumOff val="25000"/>
                  </a:schemeClr>
                </a:solidFill>
                <a:latin typeface="+mn-ea"/>
              </a:rPr>
              <a:t>BUSINESS</a:t>
            </a:r>
            <a:r>
              <a:rPr kumimoji="1" lang="zh-CN" altLang="en-US" sz="1100" dirty="0">
                <a:solidFill>
                  <a:schemeClr val="tx1">
                    <a:lumMod val="75000"/>
                    <a:lumOff val="25000"/>
                  </a:schemeClr>
                </a:solidFill>
                <a:latin typeface="+mn-ea"/>
              </a:rPr>
              <a:t> </a:t>
            </a:r>
            <a:r>
              <a:rPr kumimoji="1" lang="en-US" altLang="zh-CN" sz="1100" dirty="0">
                <a:solidFill>
                  <a:schemeClr val="tx1">
                    <a:lumMod val="75000"/>
                    <a:lumOff val="25000"/>
                  </a:schemeClr>
                </a:solidFill>
                <a:latin typeface="+mn-ea"/>
              </a:rPr>
              <a:t>TITLE</a:t>
            </a:r>
            <a:endParaRPr kumimoji="1" lang="zh-CN" altLang="en-US" sz="1100" dirty="0">
              <a:solidFill>
                <a:schemeClr val="tx1">
                  <a:lumMod val="75000"/>
                  <a:lumOff val="25000"/>
                </a:schemeClr>
              </a:solidFill>
              <a:latin typeface="+mn-ea"/>
            </a:endParaRPr>
          </a:p>
        </p:txBody>
      </p:sp>
      <p:sp>
        <p:nvSpPr>
          <p:cNvPr id="29" name="文本框 28">
            <a:extLst>
              <a:ext uri="{FF2B5EF4-FFF2-40B4-BE49-F238E27FC236}">
                <a16:creationId xmlns:a16="http://schemas.microsoft.com/office/drawing/2014/main" id="{7F09A39A-FCA8-5BD5-9C31-C73CE081B14F}"/>
              </a:ext>
            </a:extLst>
          </p:cNvPr>
          <p:cNvSpPr txBox="1"/>
          <p:nvPr/>
        </p:nvSpPr>
        <p:spPr>
          <a:xfrm>
            <a:off x="9034610" y="5305425"/>
            <a:ext cx="833883" cy="400110"/>
          </a:xfrm>
          <a:prstGeom prst="rect">
            <a:avLst/>
          </a:prstGeom>
          <a:noFill/>
        </p:spPr>
        <p:txBody>
          <a:bodyPr wrap="none" rtlCol="0">
            <a:spAutoFit/>
          </a:bodyPr>
          <a:lstStyle/>
          <a:p>
            <a:r>
              <a:rPr kumimoji="1" lang="en-US" altLang="zh-CN" sz="2000" dirty="0">
                <a:solidFill>
                  <a:schemeClr val="tx1">
                    <a:lumMod val="75000"/>
                    <a:lumOff val="25000"/>
                  </a:schemeClr>
                </a:solidFill>
                <a:latin typeface="+mj-ea"/>
                <a:ea typeface="+mj-ea"/>
              </a:rPr>
              <a:t>2O28</a:t>
            </a:r>
            <a:endParaRPr kumimoji="1" lang="zh-CN" altLang="en-US" sz="2000" dirty="0">
              <a:solidFill>
                <a:schemeClr val="tx1">
                  <a:lumMod val="75000"/>
                  <a:lumOff val="25000"/>
                </a:schemeClr>
              </a:solidFill>
              <a:latin typeface="+mj-ea"/>
              <a:ea typeface="+mj-ea"/>
            </a:endParaRPr>
          </a:p>
        </p:txBody>
      </p:sp>
      <p:sp>
        <p:nvSpPr>
          <p:cNvPr id="30" name="文本框 29">
            <a:extLst>
              <a:ext uri="{FF2B5EF4-FFF2-40B4-BE49-F238E27FC236}">
                <a16:creationId xmlns:a16="http://schemas.microsoft.com/office/drawing/2014/main" id="{61B5F3BA-FE5E-6E17-A3D3-38F2392FD464}"/>
              </a:ext>
            </a:extLst>
          </p:cNvPr>
          <p:cNvSpPr txBox="1"/>
          <p:nvPr/>
        </p:nvSpPr>
        <p:spPr>
          <a:xfrm>
            <a:off x="9021910" y="5621725"/>
            <a:ext cx="1265090" cy="261610"/>
          </a:xfrm>
          <a:prstGeom prst="rect">
            <a:avLst/>
          </a:prstGeom>
          <a:noFill/>
        </p:spPr>
        <p:txBody>
          <a:bodyPr wrap="none" rtlCol="0">
            <a:spAutoFit/>
          </a:bodyPr>
          <a:lstStyle/>
          <a:p>
            <a:r>
              <a:rPr kumimoji="1" lang="en-US" altLang="zh-CN" sz="1100" dirty="0">
                <a:solidFill>
                  <a:schemeClr val="tx1">
                    <a:lumMod val="75000"/>
                    <a:lumOff val="25000"/>
                  </a:schemeClr>
                </a:solidFill>
                <a:latin typeface="+mn-ea"/>
              </a:rPr>
              <a:t>BUSINESS</a:t>
            </a:r>
            <a:r>
              <a:rPr kumimoji="1" lang="zh-CN" altLang="en-US" sz="1100" dirty="0">
                <a:solidFill>
                  <a:schemeClr val="tx1">
                    <a:lumMod val="75000"/>
                    <a:lumOff val="25000"/>
                  </a:schemeClr>
                </a:solidFill>
                <a:latin typeface="+mn-ea"/>
              </a:rPr>
              <a:t> </a:t>
            </a:r>
            <a:r>
              <a:rPr kumimoji="1" lang="en-US" altLang="zh-CN" sz="1100" dirty="0">
                <a:solidFill>
                  <a:schemeClr val="tx1">
                    <a:lumMod val="75000"/>
                    <a:lumOff val="25000"/>
                  </a:schemeClr>
                </a:solidFill>
                <a:latin typeface="+mn-ea"/>
              </a:rPr>
              <a:t>TITLE</a:t>
            </a:r>
            <a:endParaRPr kumimoji="1" lang="zh-CN" altLang="en-US" sz="1100" dirty="0">
              <a:solidFill>
                <a:schemeClr val="tx1">
                  <a:lumMod val="75000"/>
                  <a:lumOff val="25000"/>
                </a:schemeClr>
              </a:solidFill>
              <a:latin typeface="+mn-ea"/>
            </a:endParaRPr>
          </a:p>
        </p:txBody>
      </p:sp>
      <p:sp>
        <p:nvSpPr>
          <p:cNvPr id="31" name="文本框 30">
            <a:extLst>
              <a:ext uri="{FF2B5EF4-FFF2-40B4-BE49-F238E27FC236}">
                <a16:creationId xmlns:a16="http://schemas.microsoft.com/office/drawing/2014/main" id="{860ECBBA-24A0-F54A-C513-4596CEEBBFEB}"/>
              </a:ext>
            </a:extLst>
          </p:cNvPr>
          <p:cNvSpPr txBox="1"/>
          <p:nvPr/>
        </p:nvSpPr>
        <p:spPr>
          <a:xfrm>
            <a:off x="6230958" y="5305425"/>
            <a:ext cx="833883" cy="400110"/>
          </a:xfrm>
          <a:prstGeom prst="rect">
            <a:avLst/>
          </a:prstGeom>
          <a:noFill/>
        </p:spPr>
        <p:txBody>
          <a:bodyPr wrap="none" rtlCol="0">
            <a:spAutoFit/>
          </a:bodyPr>
          <a:lstStyle/>
          <a:p>
            <a:r>
              <a:rPr kumimoji="1" lang="en-US" altLang="zh-CN" sz="2000" dirty="0">
                <a:solidFill>
                  <a:schemeClr val="tx1">
                    <a:lumMod val="75000"/>
                    <a:lumOff val="25000"/>
                  </a:schemeClr>
                </a:solidFill>
                <a:latin typeface="+mj-ea"/>
                <a:ea typeface="+mj-ea"/>
              </a:rPr>
              <a:t>2O27</a:t>
            </a:r>
            <a:endParaRPr kumimoji="1" lang="zh-CN" altLang="en-US" sz="2000" dirty="0">
              <a:solidFill>
                <a:schemeClr val="tx1">
                  <a:lumMod val="75000"/>
                  <a:lumOff val="25000"/>
                </a:schemeClr>
              </a:solidFill>
              <a:latin typeface="+mj-ea"/>
              <a:ea typeface="+mj-ea"/>
            </a:endParaRPr>
          </a:p>
        </p:txBody>
      </p:sp>
      <p:sp>
        <p:nvSpPr>
          <p:cNvPr id="32" name="文本框 31">
            <a:extLst>
              <a:ext uri="{FF2B5EF4-FFF2-40B4-BE49-F238E27FC236}">
                <a16:creationId xmlns:a16="http://schemas.microsoft.com/office/drawing/2014/main" id="{FFFED0B1-F9FA-0D08-A71B-B542145603B5}"/>
              </a:ext>
            </a:extLst>
          </p:cNvPr>
          <p:cNvSpPr txBox="1"/>
          <p:nvPr/>
        </p:nvSpPr>
        <p:spPr>
          <a:xfrm>
            <a:off x="6218258" y="5621725"/>
            <a:ext cx="1265090" cy="261610"/>
          </a:xfrm>
          <a:prstGeom prst="rect">
            <a:avLst/>
          </a:prstGeom>
          <a:noFill/>
        </p:spPr>
        <p:txBody>
          <a:bodyPr wrap="none" rtlCol="0">
            <a:spAutoFit/>
          </a:bodyPr>
          <a:lstStyle/>
          <a:p>
            <a:r>
              <a:rPr kumimoji="1" lang="en-US" altLang="zh-CN" sz="1100" dirty="0">
                <a:solidFill>
                  <a:schemeClr val="tx1">
                    <a:lumMod val="75000"/>
                    <a:lumOff val="25000"/>
                  </a:schemeClr>
                </a:solidFill>
                <a:latin typeface="+mn-ea"/>
              </a:rPr>
              <a:t>BUSINESS</a:t>
            </a:r>
            <a:r>
              <a:rPr kumimoji="1" lang="zh-CN" altLang="en-US" sz="1100" dirty="0">
                <a:solidFill>
                  <a:schemeClr val="tx1">
                    <a:lumMod val="75000"/>
                    <a:lumOff val="25000"/>
                  </a:schemeClr>
                </a:solidFill>
                <a:latin typeface="+mn-ea"/>
              </a:rPr>
              <a:t> </a:t>
            </a:r>
            <a:r>
              <a:rPr kumimoji="1" lang="en-US" altLang="zh-CN" sz="1100" dirty="0">
                <a:solidFill>
                  <a:schemeClr val="tx1">
                    <a:lumMod val="75000"/>
                    <a:lumOff val="25000"/>
                  </a:schemeClr>
                </a:solidFill>
                <a:latin typeface="+mn-ea"/>
              </a:rPr>
              <a:t>TITLE</a:t>
            </a:r>
            <a:endParaRPr kumimoji="1" lang="zh-CN" altLang="en-US" sz="1100" dirty="0">
              <a:solidFill>
                <a:schemeClr val="tx1">
                  <a:lumMod val="75000"/>
                  <a:lumOff val="25000"/>
                </a:schemeClr>
              </a:solidFill>
              <a:latin typeface="+mn-ea"/>
            </a:endParaRPr>
          </a:p>
        </p:txBody>
      </p:sp>
      <p:sp>
        <p:nvSpPr>
          <p:cNvPr id="33" name="文本框 32">
            <a:extLst>
              <a:ext uri="{FF2B5EF4-FFF2-40B4-BE49-F238E27FC236}">
                <a16:creationId xmlns:a16="http://schemas.microsoft.com/office/drawing/2014/main" id="{A0119850-2FDE-63E0-29E8-DD39F17110EC}"/>
              </a:ext>
            </a:extLst>
          </p:cNvPr>
          <p:cNvSpPr txBox="1"/>
          <p:nvPr/>
        </p:nvSpPr>
        <p:spPr>
          <a:xfrm>
            <a:off x="7483348" y="3232834"/>
            <a:ext cx="2127505" cy="861774"/>
          </a:xfrm>
          <a:prstGeom prst="rect">
            <a:avLst/>
          </a:prstGeom>
          <a:noFill/>
        </p:spPr>
        <p:txBody>
          <a:bodyPr wrap="none" rtlCol="0">
            <a:spAutoFit/>
          </a:bodyPr>
          <a:lstStyle/>
          <a:p>
            <a:pPr algn="ctr"/>
            <a:r>
              <a:rPr kumimoji="1" lang="en-US" altLang="zh-CN" sz="3200" dirty="0">
                <a:solidFill>
                  <a:schemeClr val="tx1">
                    <a:lumMod val="75000"/>
                    <a:lumOff val="25000"/>
                  </a:schemeClr>
                </a:solidFill>
                <a:latin typeface="+mn-ea"/>
              </a:rPr>
              <a:t>COMPANY</a:t>
            </a:r>
          </a:p>
          <a:p>
            <a:pPr algn="ctr"/>
            <a:r>
              <a:rPr kumimoji="1" lang="en-US" altLang="zh-CN" dirty="0">
                <a:solidFill>
                  <a:schemeClr val="tx1">
                    <a:lumMod val="75000"/>
                    <a:lumOff val="25000"/>
                  </a:schemeClr>
                </a:solidFill>
                <a:latin typeface="+mn-ea"/>
              </a:rPr>
              <a:t>PROJECT</a:t>
            </a:r>
            <a:r>
              <a:rPr kumimoji="1" lang="zh-CN" altLang="en-US" dirty="0">
                <a:solidFill>
                  <a:schemeClr val="tx1">
                    <a:lumMod val="75000"/>
                    <a:lumOff val="25000"/>
                  </a:schemeClr>
                </a:solidFill>
                <a:latin typeface="+mn-ea"/>
              </a:rPr>
              <a:t> </a:t>
            </a:r>
            <a:r>
              <a:rPr kumimoji="1" lang="en-US" altLang="zh-CN" dirty="0">
                <a:solidFill>
                  <a:schemeClr val="tx1">
                    <a:lumMod val="75000"/>
                    <a:lumOff val="25000"/>
                  </a:schemeClr>
                </a:solidFill>
                <a:latin typeface="+mn-ea"/>
              </a:rPr>
              <a:t>REPORT</a:t>
            </a:r>
            <a:endParaRPr kumimoji="1" lang="zh-CN" altLang="en-US" dirty="0">
              <a:solidFill>
                <a:schemeClr val="tx1">
                  <a:lumMod val="75000"/>
                  <a:lumOff val="25000"/>
                </a:schemeClr>
              </a:solidFill>
              <a:latin typeface="+mn-ea"/>
            </a:endParaRPr>
          </a:p>
        </p:txBody>
      </p:sp>
      <p:sp>
        <p:nvSpPr>
          <p:cNvPr id="34" name="Freeform 75">
            <a:extLst>
              <a:ext uri="{FF2B5EF4-FFF2-40B4-BE49-F238E27FC236}">
                <a16:creationId xmlns:a16="http://schemas.microsoft.com/office/drawing/2014/main" id="{5A755231-D93D-C994-F586-632F3E7A6E1D}"/>
              </a:ext>
            </a:extLst>
          </p:cNvPr>
          <p:cNvSpPr>
            <a:spLocks noEditPoints="1"/>
          </p:cNvSpPr>
          <p:nvPr/>
        </p:nvSpPr>
        <p:spPr bwMode="auto">
          <a:xfrm>
            <a:off x="8115880" y="2527433"/>
            <a:ext cx="862441" cy="724451"/>
          </a:xfrm>
          <a:custGeom>
            <a:avLst/>
            <a:gdLst>
              <a:gd name="T0" fmla="*/ 119 w 200"/>
              <a:gd name="T1" fmla="*/ 42 h 168"/>
              <a:gd name="T2" fmla="*/ 81 w 200"/>
              <a:gd name="T3" fmla="*/ 42 h 168"/>
              <a:gd name="T4" fmla="*/ 159 w 200"/>
              <a:gd name="T5" fmla="*/ 0 h 168"/>
              <a:gd name="T6" fmla="*/ 41 w 200"/>
              <a:gd name="T7" fmla="*/ 0 h 168"/>
              <a:gd name="T8" fmla="*/ 40 w 200"/>
              <a:gd name="T9" fmla="*/ 0 h 168"/>
              <a:gd name="T10" fmla="*/ 40 w 200"/>
              <a:gd name="T11" fmla="*/ 0 h 168"/>
              <a:gd name="T12" fmla="*/ 39 w 200"/>
              <a:gd name="T13" fmla="*/ 0 h 168"/>
              <a:gd name="T14" fmla="*/ 39 w 200"/>
              <a:gd name="T15" fmla="*/ 0 h 168"/>
              <a:gd name="T16" fmla="*/ 23 w 200"/>
              <a:gd name="T17" fmla="*/ 15 h 168"/>
              <a:gd name="T18" fmla="*/ 23 w 200"/>
              <a:gd name="T19" fmla="*/ 16 h 168"/>
              <a:gd name="T20" fmla="*/ 23 w 200"/>
              <a:gd name="T21" fmla="*/ 16 h 168"/>
              <a:gd name="T22" fmla="*/ 23 w 200"/>
              <a:gd name="T23" fmla="*/ 17 h 168"/>
              <a:gd name="T24" fmla="*/ 23 w 200"/>
              <a:gd name="T25" fmla="*/ 18 h 168"/>
              <a:gd name="T26" fmla="*/ 23 w 200"/>
              <a:gd name="T27" fmla="*/ 19 h 168"/>
              <a:gd name="T28" fmla="*/ 23 w 200"/>
              <a:gd name="T29" fmla="*/ 93 h 168"/>
              <a:gd name="T30" fmla="*/ 23 w 200"/>
              <a:gd name="T31" fmla="*/ 95 h 168"/>
              <a:gd name="T32" fmla="*/ 23 w 200"/>
              <a:gd name="T33" fmla="*/ 96 h 168"/>
              <a:gd name="T34" fmla="*/ 23 w 200"/>
              <a:gd name="T35" fmla="*/ 96 h 168"/>
              <a:gd name="T36" fmla="*/ 23 w 200"/>
              <a:gd name="T37" fmla="*/ 97 h 168"/>
              <a:gd name="T38" fmla="*/ 39 w 200"/>
              <a:gd name="T39" fmla="*/ 111 h 168"/>
              <a:gd name="T40" fmla="*/ 39 w 200"/>
              <a:gd name="T41" fmla="*/ 112 h 168"/>
              <a:gd name="T42" fmla="*/ 40 w 200"/>
              <a:gd name="T43" fmla="*/ 112 h 168"/>
              <a:gd name="T44" fmla="*/ 40 w 200"/>
              <a:gd name="T45" fmla="*/ 112 h 168"/>
              <a:gd name="T46" fmla="*/ 41 w 200"/>
              <a:gd name="T47" fmla="*/ 112 h 168"/>
              <a:gd name="T48" fmla="*/ 95 w 200"/>
              <a:gd name="T49" fmla="*/ 112 h 168"/>
              <a:gd name="T50" fmla="*/ 159 w 200"/>
              <a:gd name="T51" fmla="*/ 112 h 168"/>
              <a:gd name="T52" fmla="*/ 159 w 200"/>
              <a:gd name="T53" fmla="*/ 112 h 168"/>
              <a:gd name="T54" fmla="*/ 160 w 200"/>
              <a:gd name="T55" fmla="*/ 112 h 168"/>
              <a:gd name="T56" fmla="*/ 160 w 200"/>
              <a:gd name="T57" fmla="*/ 112 h 168"/>
              <a:gd name="T58" fmla="*/ 161 w 200"/>
              <a:gd name="T59" fmla="*/ 112 h 168"/>
              <a:gd name="T60" fmla="*/ 177 w 200"/>
              <a:gd name="T61" fmla="*/ 95 h 168"/>
              <a:gd name="T62" fmla="*/ 177 w 200"/>
              <a:gd name="T63" fmla="*/ 19 h 168"/>
              <a:gd name="T64" fmla="*/ 177 w 200"/>
              <a:gd name="T65" fmla="*/ 17 h 168"/>
              <a:gd name="T66" fmla="*/ 161 w 200"/>
              <a:gd name="T67" fmla="*/ 0 h 168"/>
              <a:gd name="T68" fmla="*/ 160 w 200"/>
              <a:gd name="T69" fmla="*/ 0 h 168"/>
              <a:gd name="T70" fmla="*/ 160 w 200"/>
              <a:gd name="T71" fmla="*/ 0 h 168"/>
              <a:gd name="T72" fmla="*/ 159 w 200"/>
              <a:gd name="T73" fmla="*/ 0 h 168"/>
              <a:gd name="T74" fmla="*/ 159 w 200"/>
              <a:gd name="T75" fmla="*/ 0 h 168"/>
              <a:gd name="T76" fmla="*/ 147 w 200"/>
              <a:gd name="T77" fmla="*/ 97 h 168"/>
              <a:gd name="T78" fmla="*/ 161 w 200"/>
              <a:gd name="T79" fmla="*/ 29 h 168"/>
              <a:gd name="T80" fmla="*/ 52 w 200"/>
              <a:gd name="T81" fmla="*/ 15 h 168"/>
              <a:gd name="T82" fmla="*/ 38 w 200"/>
              <a:gd name="T83" fmla="*/ 82 h 168"/>
              <a:gd name="T84" fmla="*/ 61 w 200"/>
              <a:gd name="T85" fmla="*/ 97 h 168"/>
              <a:gd name="T86" fmla="*/ 78 w 200"/>
              <a:gd name="T87" fmla="*/ 78 h 168"/>
              <a:gd name="T88" fmla="*/ 100 w 200"/>
              <a:gd name="T89" fmla="*/ 85 h 168"/>
              <a:gd name="T90" fmla="*/ 122 w 200"/>
              <a:gd name="T91" fmla="*/ 78 h 168"/>
              <a:gd name="T92" fmla="*/ 139 w 200"/>
              <a:gd name="T93" fmla="*/ 97 h 168"/>
              <a:gd name="T94" fmla="*/ 29 w 200"/>
              <a:gd name="T95" fmla="*/ 119 h 168"/>
              <a:gd name="T96" fmla="*/ 3 w 200"/>
              <a:gd name="T97" fmla="*/ 157 h 168"/>
              <a:gd name="T98" fmla="*/ 192 w 200"/>
              <a:gd name="T99" fmla="*/ 168 h 168"/>
              <a:gd name="T100" fmla="*/ 179 w 200"/>
              <a:gd name="T101" fmla="*/ 12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0" h="168">
                <a:moveTo>
                  <a:pt x="100" y="21"/>
                </a:moveTo>
                <a:cubicBezTo>
                  <a:pt x="110" y="21"/>
                  <a:pt x="119" y="28"/>
                  <a:pt x="119" y="42"/>
                </a:cubicBezTo>
                <a:cubicBezTo>
                  <a:pt x="119" y="56"/>
                  <a:pt x="110" y="70"/>
                  <a:pt x="100" y="70"/>
                </a:cubicBezTo>
                <a:cubicBezTo>
                  <a:pt x="90" y="70"/>
                  <a:pt x="81" y="56"/>
                  <a:pt x="81" y="42"/>
                </a:cubicBezTo>
                <a:cubicBezTo>
                  <a:pt x="81" y="28"/>
                  <a:pt x="90" y="21"/>
                  <a:pt x="100" y="21"/>
                </a:cubicBezTo>
                <a:close/>
                <a:moveTo>
                  <a:pt x="159" y="0"/>
                </a:moveTo>
                <a:cubicBezTo>
                  <a:pt x="41" y="0"/>
                  <a:pt x="41" y="0"/>
                  <a:pt x="41" y="0"/>
                </a:cubicBezTo>
                <a:cubicBezTo>
                  <a:pt x="41" y="0"/>
                  <a:pt x="41" y="0"/>
                  <a:pt x="41" y="0"/>
                </a:cubicBezTo>
                <a:cubicBezTo>
                  <a:pt x="41" y="0"/>
                  <a:pt x="41" y="0"/>
                  <a:pt x="41" y="0"/>
                </a:cubicBezTo>
                <a:cubicBezTo>
                  <a:pt x="40" y="0"/>
                  <a:pt x="40" y="0"/>
                  <a:pt x="40" y="0"/>
                </a:cubicBezTo>
                <a:cubicBezTo>
                  <a:pt x="40" y="0"/>
                  <a:pt x="40" y="0"/>
                  <a:pt x="40" y="0"/>
                </a:cubicBezTo>
                <a:cubicBezTo>
                  <a:pt x="40" y="0"/>
                  <a:pt x="40" y="0"/>
                  <a:pt x="40" y="0"/>
                </a:cubicBezTo>
                <a:cubicBezTo>
                  <a:pt x="40" y="0"/>
                  <a:pt x="40" y="0"/>
                  <a:pt x="40" y="0"/>
                </a:cubicBezTo>
                <a:cubicBezTo>
                  <a:pt x="39" y="0"/>
                  <a:pt x="39" y="0"/>
                  <a:pt x="39" y="0"/>
                </a:cubicBezTo>
                <a:cubicBezTo>
                  <a:pt x="39" y="0"/>
                  <a:pt x="39" y="0"/>
                  <a:pt x="39" y="0"/>
                </a:cubicBezTo>
                <a:cubicBezTo>
                  <a:pt x="39" y="0"/>
                  <a:pt x="39" y="0"/>
                  <a:pt x="39" y="0"/>
                </a:cubicBezTo>
                <a:cubicBezTo>
                  <a:pt x="30" y="1"/>
                  <a:pt x="24" y="7"/>
                  <a:pt x="23" y="15"/>
                </a:cubicBezTo>
                <a:cubicBezTo>
                  <a:pt x="23" y="15"/>
                  <a:pt x="23" y="15"/>
                  <a:pt x="23" y="15"/>
                </a:cubicBezTo>
                <a:cubicBezTo>
                  <a:pt x="23" y="16"/>
                  <a:pt x="23" y="16"/>
                  <a:pt x="23" y="16"/>
                </a:cubicBezTo>
                <a:cubicBezTo>
                  <a:pt x="23" y="16"/>
                  <a:pt x="23" y="16"/>
                  <a:pt x="23" y="16"/>
                </a:cubicBezTo>
                <a:cubicBezTo>
                  <a:pt x="23" y="16"/>
                  <a:pt x="23" y="16"/>
                  <a:pt x="23" y="16"/>
                </a:cubicBezTo>
                <a:cubicBezTo>
                  <a:pt x="23" y="16"/>
                  <a:pt x="23" y="16"/>
                  <a:pt x="23" y="16"/>
                </a:cubicBezTo>
                <a:cubicBezTo>
                  <a:pt x="23" y="17"/>
                  <a:pt x="23" y="17"/>
                  <a:pt x="23" y="17"/>
                </a:cubicBezTo>
                <a:cubicBezTo>
                  <a:pt x="23" y="17"/>
                  <a:pt x="23" y="17"/>
                  <a:pt x="23" y="17"/>
                </a:cubicBezTo>
                <a:cubicBezTo>
                  <a:pt x="23" y="17"/>
                  <a:pt x="23" y="17"/>
                  <a:pt x="23" y="17"/>
                </a:cubicBezTo>
                <a:cubicBezTo>
                  <a:pt x="23" y="18"/>
                  <a:pt x="23" y="18"/>
                  <a:pt x="23" y="18"/>
                </a:cubicBezTo>
                <a:cubicBezTo>
                  <a:pt x="23" y="18"/>
                  <a:pt x="23" y="18"/>
                  <a:pt x="23" y="18"/>
                </a:cubicBezTo>
                <a:cubicBezTo>
                  <a:pt x="23" y="19"/>
                  <a:pt x="23" y="19"/>
                  <a:pt x="23" y="19"/>
                </a:cubicBezTo>
                <a:cubicBezTo>
                  <a:pt x="23" y="19"/>
                  <a:pt x="23" y="19"/>
                  <a:pt x="23" y="19"/>
                </a:cubicBezTo>
                <a:cubicBezTo>
                  <a:pt x="23" y="93"/>
                  <a:pt x="23" y="93"/>
                  <a:pt x="23" y="93"/>
                </a:cubicBezTo>
                <a:cubicBezTo>
                  <a:pt x="23" y="94"/>
                  <a:pt x="23" y="94"/>
                  <a:pt x="23" y="95"/>
                </a:cubicBezTo>
                <a:cubicBezTo>
                  <a:pt x="23" y="95"/>
                  <a:pt x="23" y="95"/>
                  <a:pt x="23" y="95"/>
                </a:cubicBezTo>
                <a:cubicBezTo>
                  <a:pt x="23" y="95"/>
                  <a:pt x="23" y="95"/>
                  <a:pt x="23" y="95"/>
                </a:cubicBezTo>
                <a:cubicBezTo>
                  <a:pt x="23" y="96"/>
                  <a:pt x="23" y="96"/>
                  <a:pt x="23" y="96"/>
                </a:cubicBezTo>
                <a:cubicBezTo>
                  <a:pt x="23" y="96"/>
                  <a:pt x="23" y="96"/>
                  <a:pt x="23" y="96"/>
                </a:cubicBezTo>
                <a:cubicBezTo>
                  <a:pt x="23" y="96"/>
                  <a:pt x="23" y="96"/>
                  <a:pt x="23" y="96"/>
                </a:cubicBezTo>
                <a:cubicBezTo>
                  <a:pt x="23" y="96"/>
                  <a:pt x="23" y="96"/>
                  <a:pt x="23" y="96"/>
                </a:cubicBezTo>
                <a:cubicBezTo>
                  <a:pt x="23" y="97"/>
                  <a:pt x="23" y="97"/>
                  <a:pt x="23" y="97"/>
                </a:cubicBezTo>
                <a:cubicBezTo>
                  <a:pt x="23" y="97"/>
                  <a:pt x="23" y="97"/>
                  <a:pt x="23" y="97"/>
                </a:cubicBezTo>
                <a:cubicBezTo>
                  <a:pt x="24" y="105"/>
                  <a:pt x="30" y="111"/>
                  <a:pt x="39" y="111"/>
                </a:cubicBezTo>
                <a:cubicBezTo>
                  <a:pt x="39" y="112"/>
                  <a:pt x="39" y="112"/>
                  <a:pt x="39" y="112"/>
                </a:cubicBezTo>
                <a:cubicBezTo>
                  <a:pt x="39" y="112"/>
                  <a:pt x="39" y="112"/>
                  <a:pt x="39" y="112"/>
                </a:cubicBezTo>
                <a:cubicBezTo>
                  <a:pt x="40" y="112"/>
                  <a:pt x="40" y="112"/>
                  <a:pt x="40" y="112"/>
                </a:cubicBezTo>
                <a:cubicBezTo>
                  <a:pt x="40" y="112"/>
                  <a:pt x="40" y="112"/>
                  <a:pt x="40" y="112"/>
                </a:cubicBezTo>
                <a:cubicBezTo>
                  <a:pt x="40" y="112"/>
                  <a:pt x="40" y="112"/>
                  <a:pt x="40" y="112"/>
                </a:cubicBezTo>
                <a:cubicBezTo>
                  <a:pt x="40" y="112"/>
                  <a:pt x="40" y="112"/>
                  <a:pt x="40" y="112"/>
                </a:cubicBezTo>
                <a:cubicBezTo>
                  <a:pt x="41" y="112"/>
                  <a:pt x="41" y="112"/>
                  <a:pt x="41" y="112"/>
                </a:cubicBezTo>
                <a:cubicBezTo>
                  <a:pt x="41" y="112"/>
                  <a:pt x="41" y="112"/>
                  <a:pt x="41" y="112"/>
                </a:cubicBezTo>
                <a:cubicBezTo>
                  <a:pt x="41" y="112"/>
                  <a:pt x="41" y="112"/>
                  <a:pt x="41" y="112"/>
                </a:cubicBezTo>
                <a:cubicBezTo>
                  <a:pt x="95" y="112"/>
                  <a:pt x="95" y="112"/>
                  <a:pt x="95" y="112"/>
                </a:cubicBezTo>
                <a:cubicBezTo>
                  <a:pt x="99" y="112"/>
                  <a:pt x="102" y="112"/>
                  <a:pt x="105" y="112"/>
                </a:cubicBezTo>
                <a:cubicBezTo>
                  <a:pt x="159" y="112"/>
                  <a:pt x="159" y="112"/>
                  <a:pt x="159" y="112"/>
                </a:cubicBezTo>
                <a:cubicBezTo>
                  <a:pt x="159" y="112"/>
                  <a:pt x="159" y="112"/>
                  <a:pt x="159" y="112"/>
                </a:cubicBezTo>
                <a:cubicBezTo>
                  <a:pt x="159" y="112"/>
                  <a:pt x="159" y="112"/>
                  <a:pt x="159" y="112"/>
                </a:cubicBezTo>
                <a:cubicBezTo>
                  <a:pt x="160" y="112"/>
                  <a:pt x="160" y="112"/>
                  <a:pt x="160" y="112"/>
                </a:cubicBezTo>
                <a:cubicBezTo>
                  <a:pt x="160" y="112"/>
                  <a:pt x="160" y="112"/>
                  <a:pt x="160" y="112"/>
                </a:cubicBezTo>
                <a:cubicBezTo>
                  <a:pt x="160" y="112"/>
                  <a:pt x="160" y="112"/>
                  <a:pt x="160" y="112"/>
                </a:cubicBezTo>
                <a:cubicBezTo>
                  <a:pt x="160" y="112"/>
                  <a:pt x="160" y="112"/>
                  <a:pt x="160" y="112"/>
                </a:cubicBezTo>
                <a:cubicBezTo>
                  <a:pt x="161" y="112"/>
                  <a:pt x="161" y="112"/>
                  <a:pt x="161" y="112"/>
                </a:cubicBezTo>
                <a:cubicBezTo>
                  <a:pt x="161" y="112"/>
                  <a:pt x="161" y="112"/>
                  <a:pt x="161" y="112"/>
                </a:cubicBezTo>
                <a:cubicBezTo>
                  <a:pt x="161" y="111"/>
                  <a:pt x="161" y="111"/>
                  <a:pt x="161" y="111"/>
                </a:cubicBezTo>
                <a:cubicBezTo>
                  <a:pt x="170" y="110"/>
                  <a:pt x="176" y="104"/>
                  <a:pt x="177" y="95"/>
                </a:cubicBezTo>
                <a:cubicBezTo>
                  <a:pt x="177" y="94"/>
                  <a:pt x="177" y="94"/>
                  <a:pt x="177" y="94"/>
                </a:cubicBezTo>
                <a:cubicBezTo>
                  <a:pt x="177" y="19"/>
                  <a:pt x="177" y="19"/>
                  <a:pt x="177" y="19"/>
                </a:cubicBezTo>
                <a:cubicBezTo>
                  <a:pt x="177" y="18"/>
                  <a:pt x="177" y="18"/>
                  <a:pt x="177" y="18"/>
                </a:cubicBezTo>
                <a:cubicBezTo>
                  <a:pt x="177" y="17"/>
                  <a:pt x="177" y="17"/>
                  <a:pt x="177" y="17"/>
                </a:cubicBezTo>
                <a:cubicBezTo>
                  <a:pt x="176" y="8"/>
                  <a:pt x="170" y="1"/>
                  <a:pt x="161" y="0"/>
                </a:cubicBezTo>
                <a:cubicBezTo>
                  <a:pt x="161" y="0"/>
                  <a:pt x="161" y="0"/>
                  <a:pt x="161" y="0"/>
                </a:cubicBezTo>
                <a:cubicBezTo>
                  <a:pt x="161" y="0"/>
                  <a:pt x="161" y="0"/>
                  <a:pt x="161" y="0"/>
                </a:cubicBezTo>
                <a:cubicBezTo>
                  <a:pt x="160" y="0"/>
                  <a:pt x="160" y="0"/>
                  <a:pt x="160" y="0"/>
                </a:cubicBezTo>
                <a:cubicBezTo>
                  <a:pt x="160" y="0"/>
                  <a:pt x="160" y="0"/>
                  <a:pt x="160" y="0"/>
                </a:cubicBezTo>
                <a:cubicBezTo>
                  <a:pt x="160" y="0"/>
                  <a:pt x="160" y="0"/>
                  <a:pt x="160" y="0"/>
                </a:cubicBezTo>
                <a:cubicBezTo>
                  <a:pt x="160" y="0"/>
                  <a:pt x="160" y="0"/>
                  <a:pt x="160" y="0"/>
                </a:cubicBezTo>
                <a:cubicBezTo>
                  <a:pt x="159" y="0"/>
                  <a:pt x="159" y="0"/>
                  <a:pt x="159" y="0"/>
                </a:cubicBezTo>
                <a:cubicBezTo>
                  <a:pt x="159" y="0"/>
                  <a:pt x="159" y="0"/>
                  <a:pt x="159" y="0"/>
                </a:cubicBezTo>
                <a:cubicBezTo>
                  <a:pt x="159" y="0"/>
                  <a:pt x="159" y="0"/>
                  <a:pt x="159" y="0"/>
                </a:cubicBezTo>
                <a:close/>
                <a:moveTo>
                  <a:pt x="139" y="97"/>
                </a:moveTo>
                <a:cubicBezTo>
                  <a:pt x="147" y="97"/>
                  <a:pt x="147" y="97"/>
                  <a:pt x="147" y="97"/>
                </a:cubicBezTo>
                <a:cubicBezTo>
                  <a:pt x="156" y="97"/>
                  <a:pt x="161" y="92"/>
                  <a:pt x="161" y="82"/>
                </a:cubicBezTo>
                <a:cubicBezTo>
                  <a:pt x="161" y="29"/>
                  <a:pt x="161" y="29"/>
                  <a:pt x="161" y="29"/>
                </a:cubicBezTo>
                <a:cubicBezTo>
                  <a:pt x="161" y="20"/>
                  <a:pt x="156" y="15"/>
                  <a:pt x="147" y="15"/>
                </a:cubicBezTo>
                <a:cubicBezTo>
                  <a:pt x="52" y="15"/>
                  <a:pt x="52" y="15"/>
                  <a:pt x="52" y="15"/>
                </a:cubicBezTo>
                <a:cubicBezTo>
                  <a:pt x="42" y="15"/>
                  <a:pt x="38" y="20"/>
                  <a:pt x="38" y="29"/>
                </a:cubicBezTo>
                <a:cubicBezTo>
                  <a:pt x="38" y="82"/>
                  <a:pt x="38" y="82"/>
                  <a:pt x="38" y="82"/>
                </a:cubicBezTo>
                <a:cubicBezTo>
                  <a:pt x="38" y="92"/>
                  <a:pt x="42" y="97"/>
                  <a:pt x="52" y="97"/>
                </a:cubicBezTo>
                <a:cubicBezTo>
                  <a:pt x="61" y="97"/>
                  <a:pt x="61" y="97"/>
                  <a:pt x="61" y="97"/>
                </a:cubicBezTo>
                <a:cubicBezTo>
                  <a:pt x="61" y="95"/>
                  <a:pt x="61" y="95"/>
                  <a:pt x="61" y="95"/>
                </a:cubicBezTo>
                <a:cubicBezTo>
                  <a:pt x="61" y="85"/>
                  <a:pt x="69" y="81"/>
                  <a:pt x="78" y="78"/>
                </a:cubicBezTo>
                <a:cubicBezTo>
                  <a:pt x="81" y="76"/>
                  <a:pt x="83" y="75"/>
                  <a:pt x="87" y="75"/>
                </a:cubicBezTo>
                <a:cubicBezTo>
                  <a:pt x="91" y="74"/>
                  <a:pt x="92" y="85"/>
                  <a:pt x="100" y="85"/>
                </a:cubicBezTo>
                <a:cubicBezTo>
                  <a:pt x="109" y="85"/>
                  <a:pt x="109" y="74"/>
                  <a:pt x="113" y="75"/>
                </a:cubicBezTo>
                <a:cubicBezTo>
                  <a:pt x="117" y="75"/>
                  <a:pt x="119" y="76"/>
                  <a:pt x="122" y="78"/>
                </a:cubicBezTo>
                <a:cubicBezTo>
                  <a:pt x="131" y="82"/>
                  <a:pt x="139" y="85"/>
                  <a:pt x="139" y="95"/>
                </a:cubicBezTo>
                <a:cubicBezTo>
                  <a:pt x="139" y="97"/>
                  <a:pt x="139" y="97"/>
                  <a:pt x="139" y="97"/>
                </a:cubicBezTo>
                <a:close/>
                <a:moveTo>
                  <a:pt x="171" y="119"/>
                </a:moveTo>
                <a:cubicBezTo>
                  <a:pt x="29" y="119"/>
                  <a:pt x="29" y="119"/>
                  <a:pt x="29" y="119"/>
                </a:cubicBezTo>
                <a:cubicBezTo>
                  <a:pt x="25" y="119"/>
                  <a:pt x="24" y="124"/>
                  <a:pt x="21" y="127"/>
                </a:cubicBezTo>
                <a:cubicBezTo>
                  <a:pt x="3" y="157"/>
                  <a:pt x="3" y="157"/>
                  <a:pt x="3" y="157"/>
                </a:cubicBezTo>
                <a:cubicBezTo>
                  <a:pt x="0" y="161"/>
                  <a:pt x="4" y="168"/>
                  <a:pt x="8" y="168"/>
                </a:cubicBezTo>
                <a:cubicBezTo>
                  <a:pt x="192" y="168"/>
                  <a:pt x="192" y="168"/>
                  <a:pt x="192" y="168"/>
                </a:cubicBezTo>
                <a:cubicBezTo>
                  <a:pt x="196" y="168"/>
                  <a:pt x="200" y="161"/>
                  <a:pt x="197" y="157"/>
                </a:cubicBezTo>
                <a:cubicBezTo>
                  <a:pt x="179" y="127"/>
                  <a:pt x="179" y="127"/>
                  <a:pt x="179" y="127"/>
                </a:cubicBezTo>
                <a:cubicBezTo>
                  <a:pt x="176" y="124"/>
                  <a:pt x="175" y="119"/>
                  <a:pt x="171" y="119"/>
                </a:cubicBezTo>
                <a:close/>
              </a:path>
            </a:pathLst>
          </a:custGeom>
          <a:gradFill>
            <a:gsLst>
              <a:gs pos="0">
                <a:srgbClr val="2D5293"/>
              </a:gs>
              <a:gs pos="100000">
                <a:srgbClr val="1F3764"/>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35" name="文本框 34">
            <a:extLst>
              <a:ext uri="{FF2B5EF4-FFF2-40B4-BE49-F238E27FC236}">
                <a16:creationId xmlns:a16="http://schemas.microsoft.com/office/drawing/2014/main" id="{0CC38F89-8E8E-130F-2547-A4BF133B2561}"/>
              </a:ext>
            </a:extLst>
          </p:cNvPr>
          <p:cNvSpPr txBox="1"/>
          <p:nvPr/>
        </p:nvSpPr>
        <p:spPr>
          <a:xfrm>
            <a:off x="1523888" y="1851025"/>
            <a:ext cx="2646878" cy="461665"/>
          </a:xfrm>
          <a:prstGeom prst="rect">
            <a:avLst/>
          </a:prstGeom>
          <a:noFill/>
        </p:spPr>
        <p:txBody>
          <a:bodyPr wrap="none" rtlCol="0">
            <a:spAutoFit/>
          </a:bodyPr>
          <a:lstStyle/>
          <a:p>
            <a:pPr algn="dist"/>
            <a:r>
              <a:rPr kumimoji="1" lang="zh-CN" altLang="en-US" sz="2400" b="1"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输入标题文字内容</a:t>
            </a:r>
          </a:p>
        </p:txBody>
      </p:sp>
      <p:sp>
        <p:nvSpPr>
          <p:cNvPr id="36" name="文本框 35">
            <a:extLst>
              <a:ext uri="{FF2B5EF4-FFF2-40B4-BE49-F238E27FC236}">
                <a16:creationId xmlns:a16="http://schemas.microsoft.com/office/drawing/2014/main" id="{DD1D6F73-255C-9168-689A-81EA8480915E}"/>
              </a:ext>
            </a:extLst>
          </p:cNvPr>
          <p:cNvSpPr txBox="1"/>
          <p:nvPr/>
        </p:nvSpPr>
        <p:spPr>
          <a:xfrm>
            <a:off x="1302180" y="2496155"/>
            <a:ext cx="4872489" cy="2038187"/>
          </a:xfrm>
          <a:prstGeom prst="rect">
            <a:avLst/>
          </a:prstGeom>
          <a:noFill/>
        </p:spPr>
        <p:txBody>
          <a:bodyPr wrap="square" rtlCol="0">
            <a:spAutoFit/>
          </a:bodyPr>
          <a:lstStyle/>
          <a:p>
            <a:pPr marL="228600" indent="-228600">
              <a:lnSpc>
                <a:spcPct val="130000"/>
              </a:lnSpc>
              <a:buFont typeface="+mj-lt"/>
              <a:buAutoNum type="arabicPeriod"/>
            </a:pPr>
            <a:r>
              <a:rPr kumimoji="1" lang="zh-CN" altLang="en-US" sz="1100" dirty="0">
                <a:solidFill>
                  <a:schemeClr val="tx1">
                    <a:lumMod val="50000"/>
                    <a:lumOff val="50000"/>
                  </a:schemeClr>
                </a:solidFill>
                <a:latin typeface="+mn-ea"/>
                <a:cs typeface="+mn-ea"/>
                <a:sym typeface="+mn-lt"/>
              </a:rPr>
              <a:t>您的内容打在这里，或者通过复制您的文本后，在此框中选择粘贴，并选择只保留文字。</a:t>
            </a:r>
            <a:endParaRPr kumimoji="1" lang="en-US" altLang="zh-CN" sz="1100" dirty="0">
              <a:solidFill>
                <a:schemeClr val="tx1">
                  <a:lumMod val="50000"/>
                  <a:lumOff val="50000"/>
                </a:schemeClr>
              </a:solidFill>
              <a:latin typeface="+mn-ea"/>
              <a:cs typeface="+mn-ea"/>
              <a:sym typeface="+mn-lt"/>
            </a:endParaRPr>
          </a:p>
          <a:p>
            <a:pPr marL="228600" indent="-228600">
              <a:lnSpc>
                <a:spcPct val="130000"/>
              </a:lnSpc>
              <a:buFont typeface="+mj-lt"/>
              <a:buAutoNum type="arabicPeriod"/>
            </a:pPr>
            <a:endParaRPr kumimoji="1" lang="en-US" altLang="zh-CN" sz="1100" dirty="0">
              <a:solidFill>
                <a:schemeClr val="tx1">
                  <a:lumMod val="50000"/>
                  <a:lumOff val="50000"/>
                </a:schemeClr>
              </a:solidFill>
              <a:latin typeface="+mn-ea"/>
              <a:cs typeface="+mn-ea"/>
              <a:sym typeface="+mn-lt"/>
            </a:endParaRPr>
          </a:p>
          <a:p>
            <a:pPr marL="228600" indent="-228600">
              <a:lnSpc>
                <a:spcPct val="130000"/>
              </a:lnSpc>
              <a:buFont typeface="+mj-lt"/>
              <a:buAutoNum type="arabicPeriod"/>
            </a:pPr>
            <a:r>
              <a:rPr kumimoji="1" lang="zh-CN" altLang="en-US" sz="1100" dirty="0">
                <a:solidFill>
                  <a:schemeClr val="tx1">
                    <a:lumMod val="50000"/>
                    <a:lumOff val="50000"/>
                  </a:schemeClr>
                </a:solidFill>
                <a:latin typeface="+mn-ea"/>
                <a:cs typeface="+mn-ea"/>
                <a:sym typeface="+mn-lt"/>
              </a:rPr>
              <a:t>在此录入上述图表的综合描述说明，或者通过复制您的文本后，在此框中选择粘贴，并选择只保留文字。您的内容打在这里，或者通过复制您的文本后。</a:t>
            </a:r>
            <a:endParaRPr kumimoji="1" lang="en-US" altLang="zh-CN" sz="1100" dirty="0">
              <a:solidFill>
                <a:schemeClr val="tx1">
                  <a:lumMod val="50000"/>
                  <a:lumOff val="50000"/>
                </a:schemeClr>
              </a:solidFill>
              <a:latin typeface="+mn-ea"/>
              <a:cs typeface="+mn-ea"/>
              <a:sym typeface="+mn-lt"/>
            </a:endParaRPr>
          </a:p>
          <a:p>
            <a:pPr marL="228600" indent="-228600">
              <a:lnSpc>
                <a:spcPct val="130000"/>
              </a:lnSpc>
              <a:buFont typeface="+mj-lt"/>
              <a:buAutoNum type="arabicPeriod"/>
            </a:pPr>
            <a:endParaRPr kumimoji="1" lang="en-US" altLang="zh-CN" sz="1100" dirty="0">
              <a:solidFill>
                <a:schemeClr val="tx1">
                  <a:lumMod val="50000"/>
                  <a:lumOff val="50000"/>
                </a:schemeClr>
              </a:solidFill>
              <a:latin typeface="+mn-ea"/>
              <a:cs typeface="+mn-ea"/>
              <a:sym typeface="+mn-lt"/>
            </a:endParaRPr>
          </a:p>
          <a:p>
            <a:pPr marL="228600" indent="-228600">
              <a:lnSpc>
                <a:spcPct val="130000"/>
              </a:lnSpc>
              <a:buFont typeface="+mj-lt"/>
              <a:buAutoNum type="arabicPeriod"/>
            </a:pPr>
            <a:r>
              <a:rPr kumimoji="1" lang="zh-CN" altLang="en-US" sz="1100" dirty="0">
                <a:solidFill>
                  <a:schemeClr val="tx1">
                    <a:lumMod val="50000"/>
                    <a:lumOff val="50000"/>
                  </a:schemeClr>
                </a:solidFill>
                <a:latin typeface="+mn-ea"/>
                <a:cs typeface="+mn-ea"/>
                <a:sym typeface="+mn-lt"/>
              </a:rPr>
              <a:t>您的内容打在这里，或者通过复制您的文本后，在此框中选择粘贴，并选择只保留文字。</a:t>
            </a:r>
            <a:endParaRPr kumimoji="1" lang="en-US" altLang="zh-CN" sz="1100" dirty="0">
              <a:solidFill>
                <a:schemeClr val="tx1">
                  <a:lumMod val="50000"/>
                  <a:lumOff val="50000"/>
                </a:schemeClr>
              </a:solidFill>
              <a:latin typeface="+mn-ea"/>
              <a:cs typeface="+mn-ea"/>
              <a:sym typeface="+mn-lt"/>
            </a:endParaRPr>
          </a:p>
        </p:txBody>
      </p:sp>
    </p:spTree>
    <p:extLst>
      <p:ext uri="{BB962C8B-B14F-4D97-AF65-F5344CB8AC3E}">
        <p14:creationId xmlns:p14="http://schemas.microsoft.com/office/powerpoint/2010/main" val="216277808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checkerboard(across)">
                                      <p:cBhvr>
                                        <p:cTn id="7" dur="500"/>
                                        <p:tgtEl>
                                          <p:spTgt spid="35"/>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checkerboard(across)">
                                      <p:cBhvr>
                                        <p:cTn id="1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ECB00-D295-5055-8649-265F37FF099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6D51563-B84A-696A-7FD3-2922B342652D}"/>
              </a:ext>
            </a:extLst>
          </p:cNvPr>
          <p:cNvSpPr txBox="1"/>
          <p:nvPr/>
        </p:nvSpPr>
        <p:spPr>
          <a:xfrm>
            <a:off x="181204" y="259385"/>
            <a:ext cx="2550426" cy="646331"/>
          </a:xfrm>
          <a:prstGeom prst="rect">
            <a:avLst/>
          </a:prstGeom>
          <a:noFill/>
        </p:spPr>
        <p:txBody>
          <a:bodyPr wrap="square" rtlCol="0">
            <a:spAutoFit/>
          </a:bodyPr>
          <a:lstStyle/>
          <a:p>
            <a:pPr algn="dist"/>
            <a:r>
              <a:rPr kumimoji="1" lang="zh-CN" altLang="en-US" sz="3600" dirty="0">
                <a:solidFill>
                  <a:schemeClr val="bg1"/>
                </a:soli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工作概述</a:t>
            </a:r>
          </a:p>
        </p:txBody>
      </p:sp>
      <p:sp>
        <p:nvSpPr>
          <p:cNvPr id="3" name="矩形 2">
            <a:extLst>
              <a:ext uri="{FF2B5EF4-FFF2-40B4-BE49-F238E27FC236}">
                <a16:creationId xmlns:a16="http://schemas.microsoft.com/office/drawing/2014/main" id="{0E76C4F3-4120-746E-FB85-E34507D94BD2}"/>
              </a:ext>
            </a:extLst>
          </p:cNvPr>
          <p:cNvSpPr/>
          <p:nvPr/>
        </p:nvSpPr>
        <p:spPr>
          <a:xfrm>
            <a:off x="6073302" y="1919060"/>
            <a:ext cx="4510392" cy="836578"/>
          </a:xfrm>
          <a:prstGeom prst="rect">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a:extLst>
              <a:ext uri="{FF2B5EF4-FFF2-40B4-BE49-F238E27FC236}">
                <a16:creationId xmlns:a16="http://schemas.microsoft.com/office/drawing/2014/main" id="{66406C14-778D-399D-E2E8-E2516FF0F547}"/>
              </a:ext>
            </a:extLst>
          </p:cNvPr>
          <p:cNvSpPr/>
          <p:nvPr/>
        </p:nvSpPr>
        <p:spPr>
          <a:xfrm>
            <a:off x="6073302" y="3092726"/>
            <a:ext cx="4510392" cy="836578"/>
          </a:xfrm>
          <a:prstGeom prst="rect">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a:extLst>
              <a:ext uri="{FF2B5EF4-FFF2-40B4-BE49-F238E27FC236}">
                <a16:creationId xmlns:a16="http://schemas.microsoft.com/office/drawing/2014/main" id="{D648D0A6-C641-1088-6AE7-24D817B43AE6}"/>
              </a:ext>
            </a:extLst>
          </p:cNvPr>
          <p:cNvSpPr/>
          <p:nvPr/>
        </p:nvSpPr>
        <p:spPr>
          <a:xfrm>
            <a:off x="6073302" y="4335585"/>
            <a:ext cx="4510392" cy="836578"/>
          </a:xfrm>
          <a:prstGeom prst="rect">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Freeform 75">
            <a:extLst>
              <a:ext uri="{FF2B5EF4-FFF2-40B4-BE49-F238E27FC236}">
                <a16:creationId xmlns:a16="http://schemas.microsoft.com/office/drawing/2014/main" id="{CE75C72B-706D-7173-5954-4D5A3488618E}"/>
              </a:ext>
            </a:extLst>
          </p:cNvPr>
          <p:cNvSpPr>
            <a:spLocks noEditPoints="1"/>
          </p:cNvSpPr>
          <p:nvPr/>
        </p:nvSpPr>
        <p:spPr bwMode="auto">
          <a:xfrm>
            <a:off x="6301496" y="2155813"/>
            <a:ext cx="375721" cy="315606"/>
          </a:xfrm>
          <a:custGeom>
            <a:avLst/>
            <a:gdLst>
              <a:gd name="T0" fmla="*/ 119 w 200"/>
              <a:gd name="T1" fmla="*/ 42 h 168"/>
              <a:gd name="T2" fmla="*/ 81 w 200"/>
              <a:gd name="T3" fmla="*/ 42 h 168"/>
              <a:gd name="T4" fmla="*/ 159 w 200"/>
              <a:gd name="T5" fmla="*/ 0 h 168"/>
              <a:gd name="T6" fmla="*/ 41 w 200"/>
              <a:gd name="T7" fmla="*/ 0 h 168"/>
              <a:gd name="T8" fmla="*/ 40 w 200"/>
              <a:gd name="T9" fmla="*/ 0 h 168"/>
              <a:gd name="T10" fmla="*/ 40 w 200"/>
              <a:gd name="T11" fmla="*/ 0 h 168"/>
              <a:gd name="T12" fmla="*/ 39 w 200"/>
              <a:gd name="T13" fmla="*/ 0 h 168"/>
              <a:gd name="T14" fmla="*/ 39 w 200"/>
              <a:gd name="T15" fmla="*/ 0 h 168"/>
              <a:gd name="T16" fmla="*/ 23 w 200"/>
              <a:gd name="T17" fmla="*/ 15 h 168"/>
              <a:gd name="T18" fmla="*/ 23 w 200"/>
              <a:gd name="T19" fmla="*/ 16 h 168"/>
              <a:gd name="T20" fmla="*/ 23 w 200"/>
              <a:gd name="T21" fmla="*/ 16 h 168"/>
              <a:gd name="T22" fmla="*/ 23 w 200"/>
              <a:gd name="T23" fmla="*/ 17 h 168"/>
              <a:gd name="T24" fmla="*/ 23 w 200"/>
              <a:gd name="T25" fmla="*/ 18 h 168"/>
              <a:gd name="T26" fmla="*/ 23 w 200"/>
              <a:gd name="T27" fmla="*/ 19 h 168"/>
              <a:gd name="T28" fmla="*/ 23 w 200"/>
              <a:gd name="T29" fmla="*/ 93 h 168"/>
              <a:gd name="T30" fmla="*/ 23 w 200"/>
              <a:gd name="T31" fmla="*/ 95 h 168"/>
              <a:gd name="T32" fmla="*/ 23 w 200"/>
              <a:gd name="T33" fmla="*/ 96 h 168"/>
              <a:gd name="T34" fmla="*/ 23 w 200"/>
              <a:gd name="T35" fmla="*/ 96 h 168"/>
              <a:gd name="T36" fmla="*/ 23 w 200"/>
              <a:gd name="T37" fmla="*/ 97 h 168"/>
              <a:gd name="T38" fmla="*/ 39 w 200"/>
              <a:gd name="T39" fmla="*/ 111 h 168"/>
              <a:gd name="T40" fmla="*/ 39 w 200"/>
              <a:gd name="T41" fmla="*/ 112 h 168"/>
              <a:gd name="T42" fmla="*/ 40 w 200"/>
              <a:gd name="T43" fmla="*/ 112 h 168"/>
              <a:gd name="T44" fmla="*/ 40 w 200"/>
              <a:gd name="T45" fmla="*/ 112 h 168"/>
              <a:gd name="T46" fmla="*/ 41 w 200"/>
              <a:gd name="T47" fmla="*/ 112 h 168"/>
              <a:gd name="T48" fmla="*/ 95 w 200"/>
              <a:gd name="T49" fmla="*/ 112 h 168"/>
              <a:gd name="T50" fmla="*/ 159 w 200"/>
              <a:gd name="T51" fmla="*/ 112 h 168"/>
              <a:gd name="T52" fmla="*/ 159 w 200"/>
              <a:gd name="T53" fmla="*/ 112 h 168"/>
              <a:gd name="T54" fmla="*/ 160 w 200"/>
              <a:gd name="T55" fmla="*/ 112 h 168"/>
              <a:gd name="T56" fmla="*/ 160 w 200"/>
              <a:gd name="T57" fmla="*/ 112 h 168"/>
              <a:gd name="T58" fmla="*/ 161 w 200"/>
              <a:gd name="T59" fmla="*/ 112 h 168"/>
              <a:gd name="T60" fmla="*/ 177 w 200"/>
              <a:gd name="T61" fmla="*/ 95 h 168"/>
              <a:gd name="T62" fmla="*/ 177 w 200"/>
              <a:gd name="T63" fmla="*/ 19 h 168"/>
              <a:gd name="T64" fmla="*/ 177 w 200"/>
              <a:gd name="T65" fmla="*/ 17 h 168"/>
              <a:gd name="T66" fmla="*/ 161 w 200"/>
              <a:gd name="T67" fmla="*/ 0 h 168"/>
              <a:gd name="T68" fmla="*/ 160 w 200"/>
              <a:gd name="T69" fmla="*/ 0 h 168"/>
              <a:gd name="T70" fmla="*/ 160 w 200"/>
              <a:gd name="T71" fmla="*/ 0 h 168"/>
              <a:gd name="T72" fmla="*/ 159 w 200"/>
              <a:gd name="T73" fmla="*/ 0 h 168"/>
              <a:gd name="T74" fmla="*/ 159 w 200"/>
              <a:gd name="T75" fmla="*/ 0 h 168"/>
              <a:gd name="T76" fmla="*/ 147 w 200"/>
              <a:gd name="T77" fmla="*/ 97 h 168"/>
              <a:gd name="T78" fmla="*/ 161 w 200"/>
              <a:gd name="T79" fmla="*/ 29 h 168"/>
              <a:gd name="T80" fmla="*/ 52 w 200"/>
              <a:gd name="T81" fmla="*/ 15 h 168"/>
              <a:gd name="T82" fmla="*/ 38 w 200"/>
              <a:gd name="T83" fmla="*/ 82 h 168"/>
              <a:gd name="T84" fmla="*/ 61 w 200"/>
              <a:gd name="T85" fmla="*/ 97 h 168"/>
              <a:gd name="T86" fmla="*/ 78 w 200"/>
              <a:gd name="T87" fmla="*/ 78 h 168"/>
              <a:gd name="T88" fmla="*/ 100 w 200"/>
              <a:gd name="T89" fmla="*/ 85 h 168"/>
              <a:gd name="T90" fmla="*/ 122 w 200"/>
              <a:gd name="T91" fmla="*/ 78 h 168"/>
              <a:gd name="T92" fmla="*/ 139 w 200"/>
              <a:gd name="T93" fmla="*/ 97 h 168"/>
              <a:gd name="T94" fmla="*/ 29 w 200"/>
              <a:gd name="T95" fmla="*/ 119 h 168"/>
              <a:gd name="T96" fmla="*/ 3 w 200"/>
              <a:gd name="T97" fmla="*/ 157 h 168"/>
              <a:gd name="T98" fmla="*/ 192 w 200"/>
              <a:gd name="T99" fmla="*/ 168 h 168"/>
              <a:gd name="T100" fmla="*/ 179 w 200"/>
              <a:gd name="T101" fmla="*/ 12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0" h="168">
                <a:moveTo>
                  <a:pt x="100" y="21"/>
                </a:moveTo>
                <a:cubicBezTo>
                  <a:pt x="110" y="21"/>
                  <a:pt x="119" y="28"/>
                  <a:pt x="119" y="42"/>
                </a:cubicBezTo>
                <a:cubicBezTo>
                  <a:pt x="119" y="56"/>
                  <a:pt x="110" y="70"/>
                  <a:pt x="100" y="70"/>
                </a:cubicBezTo>
                <a:cubicBezTo>
                  <a:pt x="90" y="70"/>
                  <a:pt x="81" y="56"/>
                  <a:pt x="81" y="42"/>
                </a:cubicBezTo>
                <a:cubicBezTo>
                  <a:pt x="81" y="28"/>
                  <a:pt x="90" y="21"/>
                  <a:pt x="100" y="21"/>
                </a:cubicBezTo>
                <a:close/>
                <a:moveTo>
                  <a:pt x="159" y="0"/>
                </a:moveTo>
                <a:cubicBezTo>
                  <a:pt x="41" y="0"/>
                  <a:pt x="41" y="0"/>
                  <a:pt x="41" y="0"/>
                </a:cubicBezTo>
                <a:cubicBezTo>
                  <a:pt x="41" y="0"/>
                  <a:pt x="41" y="0"/>
                  <a:pt x="41" y="0"/>
                </a:cubicBezTo>
                <a:cubicBezTo>
                  <a:pt x="41" y="0"/>
                  <a:pt x="41" y="0"/>
                  <a:pt x="41" y="0"/>
                </a:cubicBezTo>
                <a:cubicBezTo>
                  <a:pt x="40" y="0"/>
                  <a:pt x="40" y="0"/>
                  <a:pt x="40" y="0"/>
                </a:cubicBezTo>
                <a:cubicBezTo>
                  <a:pt x="40" y="0"/>
                  <a:pt x="40" y="0"/>
                  <a:pt x="40" y="0"/>
                </a:cubicBezTo>
                <a:cubicBezTo>
                  <a:pt x="40" y="0"/>
                  <a:pt x="40" y="0"/>
                  <a:pt x="40" y="0"/>
                </a:cubicBezTo>
                <a:cubicBezTo>
                  <a:pt x="40" y="0"/>
                  <a:pt x="40" y="0"/>
                  <a:pt x="40" y="0"/>
                </a:cubicBezTo>
                <a:cubicBezTo>
                  <a:pt x="39" y="0"/>
                  <a:pt x="39" y="0"/>
                  <a:pt x="39" y="0"/>
                </a:cubicBezTo>
                <a:cubicBezTo>
                  <a:pt x="39" y="0"/>
                  <a:pt x="39" y="0"/>
                  <a:pt x="39" y="0"/>
                </a:cubicBezTo>
                <a:cubicBezTo>
                  <a:pt x="39" y="0"/>
                  <a:pt x="39" y="0"/>
                  <a:pt x="39" y="0"/>
                </a:cubicBezTo>
                <a:cubicBezTo>
                  <a:pt x="30" y="1"/>
                  <a:pt x="24" y="7"/>
                  <a:pt x="23" y="15"/>
                </a:cubicBezTo>
                <a:cubicBezTo>
                  <a:pt x="23" y="15"/>
                  <a:pt x="23" y="15"/>
                  <a:pt x="23" y="15"/>
                </a:cubicBezTo>
                <a:cubicBezTo>
                  <a:pt x="23" y="16"/>
                  <a:pt x="23" y="16"/>
                  <a:pt x="23" y="16"/>
                </a:cubicBezTo>
                <a:cubicBezTo>
                  <a:pt x="23" y="16"/>
                  <a:pt x="23" y="16"/>
                  <a:pt x="23" y="16"/>
                </a:cubicBezTo>
                <a:cubicBezTo>
                  <a:pt x="23" y="16"/>
                  <a:pt x="23" y="16"/>
                  <a:pt x="23" y="16"/>
                </a:cubicBezTo>
                <a:cubicBezTo>
                  <a:pt x="23" y="16"/>
                  <a:pt x="23" y="16"/>
                  <a:pt x="23" y="16"/>
                </a:cubicBezTo>
                <a:cubicBezTo>
                  <a:pt x="23" y="17"/>
                  <a:pt x="23" y="17"/>
                  <a:pt x="23" y="17"/>
                </a:cubicBezTo>
                <a:cubicBezTo>
                  <a:pt x="23" y="17"/>
                  <a:pt x="23" y="17"/>
                  <a:pt x="23" y="17"/>
                </a:cubicBezTo>
                <a:cubicBezTo>
                  <a:pt x="23" y="17"/>
                  <a:pt x="23" y="17"/>
                  <a:pt x="23" y="17"/>
                </a:cubicBezTo>
                <a:cubicBezTo>
                  <a:pt x="23" y="18"/>
                  <a:pt x="23" y="18"/>
                  <a:pt x="23" y="18"/>
                </a:cubicBezTo>
                <a:cubicBezTo>
                  <a:pt x="23" y="18"/>
                  <a:pt x="23" y="18"/>
                  <a:pt x="23" y="18"/>
                </a:cubicBezTo>
                <a:cubicBezTo>
                  <a:pt x="23" y="19"/>
                  <a:pt x="23" y="19"/>
                  <a:pt x="23" y="19"/>
                </a:cubicBezTo>
                <a:cubicBezTo>
                  <a:pt x="23" y="19"/>
                  <a:pt x="23" y="19"/>
                  <a:pt x="23" y="19"/>
                </a:cubicBezTo>
                <a:cubicBezTo>
                  <a:pt x="23" y="93"/>
                  <a:pt x="23" y="93"/>
                  <a:pt x="23" y="93"/>
                </a:cubicBezTo>
                <a:cubicBezTo>
                  <a:pt x="23" y="94"/>
                  <a:pt x="23" y="94"/>
                  <a:pt x="23" y="95"/>
                </a:cubicBezTo>
                <a:cubicBezTo>
                  <a:pt x="23" y="95"/>
                  <a:pt x="23" y="95"/>
                  <a:pt x="23" y="95"/>
                </a:cubicBezTo>
                <a:cubicBezTo>
                  <a:pt x="23" y="95"/>
                  <a:pt x="23" y="95"/>
                  <a:pt x="23" y="95"/>
                </a:cubicBezTo>
                <a:cubicBezTo>
                  <a:pt x="23" y="96"/>
                  <a:pt x="23" y="96"/>
                  <a:pt x="23" y="96"/>
                </a:cubicBezTo>
                <a:cubicBezTo>
                  <a:pt x="23" y="96"/>
                  <a:pt x="23" y="96"/>
                  <a:pt x="23" y="96"/>
                </a:cubicBezTo>
                <a:cubicBezTo>
                  <a:pt x="23" y="96"/>
                  <a:pt x="23" y="96"/>
                  <a:pt x="23" y="96"/>
                </a:cubicBezTo>
                <a:cubicBezTo>
                  <a:pt x="23" y="96"/>
                  <a:pt x="23" y="96"/>
                  <a:pt x="23" y="96"/>
                </a:cubicBezTo>
                <a:cubicBezTo>
                  <a:pt x="23" y="97"/>
                  <a:pt x="23" y="97"/>
                  <a:pt x="23" y="97"/>
                </a:cubicBezTo>
                <a:cubicBezTo>
                  <a:pt x="23" y="97"/>
                  <a:pt x="23" y="97"/>
                  <a:pt x="23" y="97"/>
                </a:cubicBezTo>
                <a:cubicBezTo>
                  <a:pt x="24" y="105"/>
                  <a:pt x="30" y="111"/>
                  <a:pt x="39" y="111"/>
                </a:cubicBezTo>
                <a:cubicBezTo>
                  <a:pt x="39" y="112"/>
                  <a:pt x="39" y="112"/>
                  <a:pt x="39" y="112"/>
                </a:cubicBezTo>
                <a:cubicBezTo>
                  <a:pt x="39" y="112"/>
                  <a:pt x="39" y="112"/>
                  <a:pt x="39" y="112"/>
                </a:cubicBezTo>
                <a:cubicBezTo>
                  <a:pt x="40" y="112"/>
                  <a:pt x="40" y="112"/>
                  <a:pt x="40" y="112"/>
                </a:cubicBezTo>
                <a:cubicBezTo>
                  <a:pt x="40" y="112"/>
                  <a:pt x="40" y="112"/>
                  <a:pt x="40" y="112"/>
                </a:cubicBezTo>
                <a:cubicBezTo>
                  <a:pt x="40" y="112"/>
                  <a:pt x="40" y="112"/>
                  <a:pt x="40" y="112"/>
                </a:cubicBezTo>
                <a:cubicBezTo>
                  <a:pt x="40" y="112"/>
                  <a:pt x="40" y="112"/>
                  <a:pt x="40" y="112"/>
                </a:cubicBezTo>
                <a:cubicBezTo>
                  <a:pt x="41" y="112"/>
                  <a:pt x="41" y="112"/>
                  <a:pt x="41" y="112"/>
                </a:cubicBezTo>
                <a:cubicBezTo>
                  <a:pt x="41" y="112"/>
                  <a:pt x="41" y="112"/>
                  <a:pt x="41" y="112"/>
                </a:cubicBezTo>
                <a:cubicBezTo>
                  <a:pt x="41" y="112"/>
                  <a:pt x="41" y="112"/>
                  <a:pt x="41" y="112"/>
                </a:cubicBezTo>
                <a:cubicBezTo>
                  <a:pt x="95" y="112"/>
                  <a:pt x="95" y="112"/>
                  <a:pt x="95" y="112"/>
                </a:cubicBezTo>
                <a:cubicBezTo>
                  <a:pt x="99" y="112"/>
                  <a:pt x="102" y="112"/>
                  <a:pt x="105" y="112"/>
                </a:cubicBezTo>
                <a:cubicBezTo>
                  <a:pt x="159" y="112"/>
                  <a:pt x="159" y="112"/>
                  <a:pt x="159" y="112"/>
                </a:cubicBezTo>
                <a:cubicBezTo>
                  <a:pt x="159" y="112"/>
                  <a:pt x="159" y="112"/>
                  <a:pt x="159" y="112"/>
                </a:cubicBezTo>
                <a:cubicBezTo>
                  <a:pt x="159" y="112"/>
                  <a:pt x="159" y="112"/>
                  <a:pt x="159" y="112"/>
                </a:cubicBezTo>
                <a:cubicBezTo>
                  <a:pt x="160" y="112"/>
                  <a:pt x="160" y="112"/>
                  <a:pt x="160" y="112"/>
                </a:cubicBezTo>
                <a:cubicBezTo>
                  <a:pt x="160" y="112"/>
                  <a:pt x="160" y="112"/>
                  <a:pt x="160" y="112"/>
                </a:cubicBezTo>
                <a:cubicBezTo>
                  <a:pt x="160" y="112"/>
                  <a:pt x="160" y="112"/>
                  <a:pt x="160" y="112"/>
                </a:cubicBezTo>
                <a:cubicBezTo>
                  <a:pt x="160" y="112"/>
                  <a:pt x="160" y="112"/>
                  <a:pt x="160" y="112"/>
                </a:cubicBezTo>
                <a:cubicBezTo>
                  <a:pt x="161" y="112"/>
                  <a:pt x="161" y="112"/>
                  <a:pt x="161" y="112"/>
                </a:cubicBezTo>
                <a:cubicBezTo>
                  <a:pt x="161" y="112"/>
                  <a:pt x="161" y="112"/>
                  <a:pt x="161" y="112"/>
                </a:cubicBezTo>
                <a:cubicBezTo>
                  <a:pt x="161" y="111"/>
                  <a:pt x="161" y="111"/>
                  <a:pt x="161" y="111"/>
                </a:cubicBezTo>
                <a:cubicBezTo>
                  <a:pt x="170" y="110"/>
                  <a:pt x="176" y="104"/>
                  <a:pt x="177" y="95"/>
                </a:cubicBezTo>
                <a:cubicBezTo>
                  <a:pt x="177" y="94"/>
                  <a:pt x="177" y="94"/>
                  <a:pt x="177" y="94"/>
                </a:cubicBezTo>
                <a:cubicBezTo>
                  <a:pt x="177" y="19"/>
                  <a:pt x="177" y="19"/>
                  <a:pt x="177" y="19"/>
                </a:cubicBezTo>
                <a:cubicBezTo>
                  <a:pt x="177" y="18"/>
                  <a:pt x="177" y="18"/>
                  <a:pt x="177" y="18"/>
                </a:cubicBezTo>
                <a:cubicBezTo>
                  <a:pt x="177" y="17"/>
                  <a:pt x="177" y="17"/>
                  <a:pt x="177" y="17"/>
                </a:cubicBezTo>
                <a:cubicBezTo>
                  <a:pt x="176" y="8"/>
                  <a:pt x="170" y="1"/>
                  <a:pt x="161" y="0"/>
                </a:cubicBezTo>
                <a:cubicBezTo>
                  <a:pt x="161" y="0"/>
                  <a:pt x="161" y="0"/>
                  <a:pt x="161" y="0"/>
                </a:cubicBezTo>
                <a:cubicBezTo>
                  <a:pt x="161" y="0"/>
                  <a:pt x="161" y="0"/>
                  <a:pt x="161" y="0"/>
                </a:cubicBezTo>
                <a:cubicBezTo>
                  <a:pt x="160" y="0"/>
                  <a:pt x="160" y="0"/>
                  <a:pt x="160" y="0"/>
                </a:cubicBezTo>
                <a:cubicBezTo>
                  <a:pt x="160" y="0"/>
                  <a:pt x="160" y="0"/>
                  <a:pt x="160" y="0"/>
                </a:cubicBezTo>
                <a:cubicBezTo>
                  <a:pt x="160" y="0"/>
                  <a:pt x="160" y="0"/>
                  <a:pt x="160" y="0"/>
                </a:cubicBezTo>
                <a:cubicBezTo>
                  <a:pt x="160" y="0"/>
                  <a:pt x="160" y="0"/>
                  <a:pt x="160" y="0"/>
                </a:cubicBezTo>
                <a:cubicBezTo>
                  <a:pt x="159" y="0"/>
                  <a:pt x="159" y="0"/>
                  <a:pt x="159" y="0"/>
                </a:cubicBezTo>
                <a:cubicBezTo>
                  <a:pt x="159" y="0"/>
                  <a:pt x="159" y="0"/>
                  <a:pt x="159" y="0"/>
                </a:cubicBezTo>
                <a:cubicBezTo>
                  <a:pt x="159" y="0"/>
                  <a:pt x="159" y="0"/>
                  <a:pt x="159" y="0"/>
                </a:cubicBezTo>
                <a:close/>
                <a:moveTo>
                  <a:pt x="139" y="97"/>
                </a:moveTo>
                <a:cubicBezTo>
                  <a:pt x="147" y="97"/>
                  <a:pt x="147" y="97"/>
                  <a:pt x="147" y="97"/>
                </a:cubicBezTo>
                <a:cubicBezTo>
                  <a:pt x="156" y="97"/>
                  <a:pt x="161" y="92"/>
                  <a:pt x="161" y="82"/>
                </a:cubicBezTo>
                <a:cubicBezTo>
                  <a:pt x="161" y="29"/>
                  <a:pt x="161" y="29"/>
                  <a:pt x="161" y="29"/>
                </a:cubicBezTo>
                <a:cubicBezTo>
                  <a:pt x="161" y="20"/>
                  <a:pt x="156" y="15"/>
                  <a:pt x="147" y="15"/>
                </a:cubicBezTo>
                <a:cubicBezTo>
                  <a:pt x="52" y="15"/>
                  <a:pt x="52" y="15"/>
                  <a:pt x="52" y="15"/>
                </a:cubicBezTo>
                <a:cubicBezTo>
                  <a:pt x="42" y="15"/>
                  <a:pt x="38" y="20"/>
                  <a:pt x="38" y="29"/>
                </a:cubicBezTo>
                <a:cubicBezTo>
                  <a:pt x="38" y="82"/>
                  <a:pt x="38" y="82"/>
                  <a:pt x="38" y="82"/>
                </a:cubicBezTo>
                <a:cubicBezTo>
                  <a:pt x="38" y="92"/>
                  <a:pt x="42" y="97"/>
                  <a:pt x="52" y="97"/>
                </a:cubicBezTo>
                <a:cubicBezTo>
                  <a:pt x="61" y="97"/>
                  <a:pt x="61" y="97"/>
                  <a:pt x="61" y="97"/>
                </a:cubicBezTo>
                <a:cubicBezTo>
                  <a:pt x="61" y="95"/>
                  <a:pt x="61" y="95"/>
                  <a:pt x="61" y="95"/>
                </a:cubicBezTo>
                <a:cubicBezTo>
                  <a:pt x="61" y="85"/>
                  <a:pt x="69" y="81"/>
                  <a:pt x="78" y="78"/>
                </a:cubicBezTo>
                <a:cubicBezTo>
                  <a:pt x="81" y="76"/>
                  <a:pt x="83" y="75"/>
                  <a:pt x="87" y="75"/>
                </a:cubicBezTo>
                <a:cubicBezTo>
                  <a:pt x="91" y="74"/>
                  <a:pt x="92" y="85"/>
                  <a:pt x="100" y="85"/>
                </a:cubicBezTo>
                <a:cubicBezTo>
                  <a:pt x="109" y="85"/>
                  <a:pt x="109" y="74"/>
                  <a:pt x="113" y="75"/>
                </a:cubicBezTo>
                <a:cubicBezTo>
                  <a:pt x="117" y="75"/>
                  <a:pt x="119" y="76"/>
                  <a:pt x="122" y="78"/>
                </a:cubicBezTo>
                <a:cubicBezTo>
                  <a:pt x="131" y="82"/>
                  <a:pt x="139" y="85"/>
                  <a:pt x="139" y="95"/>
                </a:cubicBezTo>
                <a:cubicBezTo>
                  <a:pt x="139" y="97"/>
                  <a:pt x="139" y="97"/>
                  <a:pt x="139" y="97"/>
                </a:cubicBezTo>
                <a:close/>
                <a:moveTo>
                  <a:pt x="171" y="119"/>
                </a:moveTo>
                <a:cubicBezTo>
                  <a:pt x="29" y="119"/>
                  <a:pt x="29" y="119"/>
                  <a:pt x="29" y="119"/>
                </a:cubicBezTo>
                <a:cubicBezTo>
                  <a:pt x="25" y="119"/>
                  <a:pt x="24" y="124"/>
                  <a:pt x="21" y="127"/>
                </a:cubicBezTo>
                <a:cubicBezTo>
                  <a:pt x="3" y="157"/>
                  <a:pt x="3" y="157"/>
                  <a:pt x="3" y="157"/>
                </a:cubicBezTo>
                <a:cubicBezTo>
                  <a:pt x="0" y="161"/>
                  <a:pt x="4" y="168"/>
                  <a:pt x="8" y="168"/>
                </a:cubicBezTo>
                <a:cubicBezTo>
                  <a:pt x="192" y="168"/>
                  <a:pt x="192" y="168"/>
                  <a:pt x="192" y="168"/>
                </a:cubicBezTo>
                <a:cubicBezTo>
                  <a:pt x="196" y="168"/>
                  <a:pt x="200" y="161"/>
                  <a:pt x="197" y="157"/>
                </a:cubicBezTo>
                <a:cubicBezTo>
                  <a:pt x="179" y="127"/>
                  <a:pt x="179" y="127"/>
                  <a:pt x="179" y="127"/>
                </a:cubicBezTo>
                <a:cubicBezTo>
                  <a:pt x="176" y="124"/>
                  <a:pt x="175" y="119"/>
                  <a:pt x="171" y="1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7" name="文本框 6">
            <a:extLst>
              <a:ext uri="{FF2B5EF4-FFF2-40B4-BE49-F238E27FC236}">
                <a16:creationId xmlns:a16="http://schemas.microsoft.com/office/drawing/2014/main" id="{1533BA43-45F7-1FE8-E390-5D7DB6DE3E99}"/>
              </a:ext>
            </a:extLst>
          </p:cNvPr>
          <p:cNvSpPr txBox="1"/>
          <p:nvPr/>
        </p:nvSpPr>
        <p:spPr>
          <a:xfrm>
            <a:off x="7194710" y="1984444"/>
            <a:ext cx="1419323" cy="307777"/>
          </a:xfrm>
          <a:prstGeom prst="rect">
            <a:avLst/>
          </a:prstGeom>
          <a:noFill/>
        </p:spPr>
        <p:txBody>
          <a:bodyPr wrap="square" rtlCol="0">
            <a:spAutoFit/>
          </a:bodyPr>
          <a:lstStyle/>
          <a:p>
            <a:pPr algn="dist"/>
            <a:r>
              <a:rPr kumimoji="1" lang="zh-CN" altLang="en-US" sz="1400" dirty="0">
                <a:solidFill>
                  <a:schemeClr val="bg1"/>
                </a:solidFill>
                <a:latin typeface="Source Han Sans CN Bold" panose="020B0500000000000000" pitchFamily="34" charset="-128"/>
                <a:ea typeface="Source Han Sans CN Bold" panose="020B0500000000000000" pitchFamily="34" charset="-128"/>
                <a:cs typeface="+mn-ea"/>
                <a:sym typeface="+mn-lt"/>
              </a:rPr>
              <a:t>标题文字内容</a:t>
            </a:r>
          </a:p>
        </p:txBody>
      </p:sp>
      <p:sp>
        <p:nvSpPr>
          <p:cNvPr id="8" name="文本框 7">
            <a:extLst>
              <a:ext uri="{FF2B5EF4-FFF2-40B4-BE49-F238E27FC236}">
                <a16:creationId xmlns:a16="http://schemas.microsoft.com/office/drawing/2014/main" id="{C268047F-176F-3FF0-6F16-822278D63272}"/>
              </a:ext>
            </a:extLst>
          </p:cNvPr>
          <p:cNvSpPr txBox="1"/>
          <p:nvPr/>
        </p:nvSpPr>
        <p:spPr>
          <a:xfrm>
            <a:off x="7000531" y="2208354"/>
            <a:ext cx="3476157" cy="497765"/>
          </a:xfrm>
          <a:prstGeom prst="rect">
            <a:avLst/>
          </a:prstGeom>
          <a:noFill/>
          <a:effectLst/>
        </p:spPr>
        <p:txBody>
          <a:bodyPr wrap="square" rtlCol="0">
            <a:spAutoFit/>
          </a:bodyPr>
          <a:lstStyle/>
          <a:p>
            <a:pPr marL="171450" indent="-171450" algn="just">
              <a:lnSpc>
                <a:spcPct val="130000"/>
              </a:lnSpc>
              <a:buFont typeface="Arial" panose="020B0604020202020204" pitchFamily="34" charset="0"/>
              <a:buChar char="•"/>
            </a:pPr>
            <a:r>
              <a:rPr lang="zh-CN" altLang="en-US" sz="1100" dirty="0">
                <a:solidFill>
                  <a:schemeClr val="bg1"/>
                </a:solidFill>
                <a:latin typeface="+mn-ea"/>
                <a:cs typeface="+mn-ea"/>
                <a:sym typeface="+mn-lt"/>
              </a:rPr>
              <a:t>点击输入简要文字解说，解说文字尽量概括精炼，不用多余的文字修饰简洁精准。</a:t>
            </a:r>
            <a:endParaRPr lang="en-US" altLang="zh-CN" sz="1100" dirty="0">
              <a:solidFill>
                <a:schemeClr val="bg1"/>
              </a:solidFill>
              <a:latin typeface="+mn-ea"/>
              <a:cs typeface="+mn-ea"/>
              <a:sym typeface="+mn-lt"/>
            </a:endParaRPr>
          </a:p>
        </p:txBody>
      </p:sp>
      <p:sp>
        <p:nvSpPr>
          <p:cNvPr id="9" name="文本框 8">
            <a:extLst>
              <a:ext uri="{FF2B5EF4-FFF2-40B4-BE49-F238E27FC236}">
                <a16:creationId xmlns:a16="http://schemas.microsoft.com/office/drawing/2014/main" id="{BE84CCA9-21EE-3A55-EA2B-6BBC04D295C6}"/>
              </a:ext>
            </a:extLst>
          </p:cNvPr>
          <p:cNvSpPr txBox="1"/>
          <p:nvPr/>
        </p:nvSpPr>
        <p:spPr>
          <a:xfrm>
            <a:off x="7194710" y="3160690"/>
            <a:ext cx="1419323" cy="307777"/>
          </a:xfrm>
          <a:prstGeom prst="rect">
            <a:avLst/>
          </a:prstGeom>
          <a:noFill/>
        </p:spPr>
        <p:txBody>
          <a:bodyPr wrap="square" rtlCol="0">
            <a:spAutoFit/>
          </a:bodyPr>
          <a:lstStyle/>
          <a:p>
            <a:pPr algn="dist"/>
            <a:r>
              <a:rPr kumimoji="1" lang="zh-CN" altLang="en-US" sz="1400" dirty="0">
                <a:solidFill>
                  <a:schemeClr val="bg1"/>
                </a:solidFill>
                <a:latin typeface="Source Han Sans CN Bold" panose="020B0500000000000000" pitchFamily="34" charset="-128"/>
                <a:ea typeface="Source Han Sans CN Bold" panose="020B0500000000000000" pitchFamily="34" charset="-128"/>
                <a:cs typeface="+mn-ea"/>
                <a:sym typeface="+mn-lt"/>
              </a:rPr>
              <a:t>标题文字内容</a:t>
            </a:r>
          </a:p>
        </p:txBody>
      </p:sp>
      <p:sp>
        <p:nvSpPr>
          <p:cNvPr id="10" name="文本框 9">
            <a:extLst>
              <a:ext uri="{FF2B5EF4-FFF2-40B4-BE49-F238E27FC236}">
                <a16:creationId xmlns:a16="http://schemas.microsoft.com/office/drawing/2014/main" id="{4C17C192-BD56-D5C9-2C8E-E74342D00CA2}"/>
              </a:ext>
            </a:extLst>
          </p:cNvPr>
          <p:cNvSpPr txBox="1"/>
          <p:nvPr/>
        </p:nvSpPr>
        <p:spPr>
          <a:xfrm>
            <a:off x="7000531" y="3384600"/>
            <a:ext cx="3476157" cy="497765"/>
          </a:xfrm>
          <a:prstGeom prst="rect">
            <a:avLst/>
          </a:prstGeom>
          <a:noFill/>
          <a:effectLst/>
        </p:spPr>
        <p:txBody>
          <a:bodyPr wrap="square" rtlCol="0">
            <a:spAutoFit/>
          </a:bodyPr>
          <a:lstStyle/>
          <a:p>
            <a:pPr marL="171450" indent="-171450" algn="just">
              <a:lnSpc>
                <a:spcPct val="130000"/>
              </a:lnSpc>
              <a:buFont typeface="Arial" panose="020B0604020202020204" pitchFamily="34" charset="0"/>
              <a:buChar char="•"/>
            </a:pPr>
            <a:r>
              <a:rPr lang="zh-CN" altLang="en-US" sz="1100" dirty="0">
                <a:solidFill>
                  <a:schemeClr val="bg1"/>
                </a:solidFill>
                <a:latin typeface="+mn-ea"/>
                <a:cs typeface="+mn-ea"/>
                <a:sym typeface="+mn-lt"/>
              </a:rPr>
              <a:t>点击输入简要文字解说，解说文字尽量概括精炼，不用多余的文字修饰简洁精准。</a:t>
            </a:r>
            <a:endParaRPr lang="en-US" altLang="zh-CN" sz="1100" dirty="0">
              <a:solidFill>
                <a:schemeClr val="bg1"/>
              </a:solidFill>
              <a:latin typeface="+mn-ea"/>
              <a:cs typeface="+mn-ea"/>
              <a:sym typeface="+mn-lt"/>
            </a:endParaRPr>
          </a:p>
        </p:txBody>
      </p:sp>
      <p:sp>
        <p:nvSpPr>
          <p:cNvPr id="11" name="文本框 10">
            <a:extLst>
              <a:ext uri="{FF2B5EF4-FFF2-40B4-BE49-F238E27FC236}">
                <a16:creationId xmlns:a16="http://schemas.microsoft.com/office/drawing/2014/main" id="{2BC529D8-F473-CF6B-01BB-C50A7FF53942}"/>
              </a:ext>
            </a:extLst>
          </p:cNvPr>
          <p:cNvSpPr txBox="1"/>
          <p:nvPr/>
        </p:nvSpPr>
        <p:spPr>
          <a:xfrm>
            <a:off x="7194710" y="4380715"/>
            <a:ext cx="1419323" cy="307777"/>
          </a:xfrm>
          <a:prstGeom prst="rect">
            <a:avLst/>
          </a:prstGeom>
          <a:noFill/>
        </p:spPr>
        <p:txBody>
          <a:bodyPr wrap="square" rtlCol="0">
            <a:spAutoFit/>
          </a:bodyPr>
          <a:lstStyle/>
          <a:p>
            <a:pPr algn="dist"/>
            <a:r>
              <a:rPr kumimoji="1" lang="zh-CN" altLang="en-US" sz="1400" dirty="0">
                <a:solidFill>
                  <a:schemeClr val="bg1"/>
                </a:solidFill>
                <a:latin typeface="Source Han Sans CN Bold" panose="020B0500000000000000" pitchFamily="34" charset="-128"/>
                <a:ea typeface="Source Han Sans CN Bold" panose="020B0500000000000000" pitchFamily="34" charset="-128"/>
                <a:cs typeface="+mn-ea"/>
                <a:sym typeface="+mn-lt"/>
              </a:rPr>
              <a:t>标题文字内容</a:t>
            </a:r>
          </a:p>
        </p:txBody>
      </p:sp>
      <p:sp>
        <p:nvSpPr>
          <p:cNvPr id="12" name="文本框 11">
            <a:extLst>
              <a:ext uri="{FF2B5EF4-FFF2-40B4-BE49-F238E27FC236}">
                <a16:creationId xmlns:a16="http://schemas.microsoft.com/office/drawing/2014/main" id="{2B9F480B-D103-70C5-A8D3-F4CB694D1D23}"/>
              </a:ext>
            </a:extLst>
          </p:cNvPr>
          <p:cNvSpPr txBox="1"/>
          <p:nvPr/>
        </p:nvSpPr>
        <p:spPr>
          <a:xfrm>
            <a:off x="7000531" y="4604625"/>
            <a:ext cx="3476157" cy="497765"/>
          </a:xfrm>
          <a:prstGeom prst="rect">
            <a:avLst/>
          </a:prstGeom>
          <a:noFill/>
          <a:effectLst/>
        </p:spPr>
        <p:txBody>
          <a:bodyPr wrap="square" rtlCol="0">
            <a:spAutoFit/>
          </a:bodyPr>
          <a:lstStyle/>
          <a:p>
            <a:pPr marL="171450" indent="-171450" algn="just">
              <a:lnSpc>
                <a:spcPct val="130000"/>
              </a:lnSpc>
              <a:buFont typeface="Arial" panose="020B0604020202020204" pitchFamily="34" charset="0"/>
              <a:buChar char="•"/>
            </a:pPr>
            <a:r>
              <a:rPr lang="zh-CN" altLang="en-US" sz="1100" dirty="0">
                <a:solidFill>
                  <a:schemeClr val="bg1"/>
                </a:solidFill>
                <a:latin typeface="+mn-ea"/>
                <a:cs typeface="+mn-ea"/>
                <a:sym typeface="+mn-lt"/>
              </a:rPr>
              <a:t>点击输入简要文字解说，解说文字尽量概括精炼，不用多余的文字修饰简洁精准。</a:t>
            </a:r>
            <a:endParaRPr lang="en-US" altLang="zh-CN" sz="1100" dirty="0">
              <a:solidFill>
                <a:schemeClr val="bg1"/>
              </a:solidFill>
              <a:latin typeface="+mn-ea"/>
              <a:cs typeface="+mn-ea"/>
              <a:sym typeface="+mn-lt"/>
            </a:endParaRPr>
          </a:p>
        </p:txBody>
      </p:sp>
      <p:sp>
        <p:nvSpPr>
          <p:cNvPr id="13" name="Freeform 27">
            <a:extLst>
              <a:ext uri="{FF2B5EF4-FFF2-40B4-BE49-F238E27FC236}">
                <a16:creationId xmlns:a16="http://schemas.microsoft.com/office/drawing/2014/main" id="{9CC29B09-457E-6034-4495-2973860AAB69}"/>
              </a:ext>
            </a:extLst>
          </p:cNvPr>
          <p:cNvSpPr>
            <a:spLocks noEditPoints="1"/>
          </p:cNvSpPr>
          <p:nvPr/>
        </p:nvSpPr>
        <p:spPr bwMode="auto">
          <a:xfrm>
            <a:off x="6326815" y="3371189"/>
            <a:ext cx="325083" cy="323706"/>
          </a:xfrm>
          <a:custGeom>
            <a:avLst/>
            <a:gdLst>
              <a:gd name="T0" fmla="*/ 73 w 210"/>
              <a:gd name="T1" fmla="*/ 0 h 209"/>
              <a:gd name="T2" fmla="*/ 178 w 210"/>
              <a:gd name="T3" fmla="*/ 0 h 209"/>
              <a:gd name="T4" fmla="*/ 210 w 210"/>
              <a:gd name="T5" fmla="*/ 33 h 209"/>
              <a:gd name="T6" fmla="*/ 210 w 210"/>
              <a:gd name="T7" fmla="*/ 90 h 209"/>
              <a:gd name="T8" fmla="*/ 183 w 210"/>
              <a:gd name="T9" fmla="*/ 122 h 209"/>
              <a:gd name="T10" fmla="*/ 182 w 210"/>
              <a:gd name="T11" fmla="*/ 170 h 209"/>
              <a:gd name="T12" fmla="*/ 146 w 210"/>
              <a:gd name="T13" fmla="*/ 126 h 209"/>
              <a:gd name="T14" fmla="*/ 146 w 210"/>
              <a:gd name="T15" fmla="*/ 85 h 209"/>
              <a:gd name="T16" fmla="*/ 114 w 210"/>
              <a:gd name="T17" fmla="*/ 53 h 209"/>
              <a:gd name="T18" fmla="*/ 40 w 210"/>
              <a:gd name="T19" fmla="*/ 53 h 209"/>
              <a:gd name="T20" fmla="*/ 40 w 210"/>
              <a:gd name="T21" fmla="*/ 33 h 209"/>
              <a:gd name="T22" fmla="*/ 73 w 210"/>
              <a:gd name="T23" fmla="*/ 0 h 209"/>
              <a:gd name="T24" fmla="*/ 107 w 210"/>
              <a:gd name="T25" fmla="*/ 61 h 209"/>
              <a:gd name="T26" fmla="*/ 30 w 210"/>
              <a:gd name="T27" fmla="*/ 61 h 209"/>
              <a:gd name="T28" fmla="*/ 0 w 210"/>
              <a:gd name="T29" fmla="*/ 93 h 209"/>
              <a:gd name="T30" fmla="*/ 0 w 210"/>
              <a:gd name="T31" fmla="*/ 139 h 209"/>
              <a:gd name="T32" fmla="*/ 27 w 210"/>
              <a:gd name="T33" fmla="*/ 170 h 209"/>
              <a:gd name="T34" fmla="*/ 28 w 210"/>
              <a:gd name="T35" fmla="*/ 209 h 209"/>
              <a:gd name="T36" fmla="*/ 67 w 210"/>
              <a:gd name="T37" fmla="*/ 171 h 209"/>
              <a:gd name="T38" fmla="*/ 112 w 210"/>
              <a:gd name="T39" fmla="*/ 170 h 209"/>
              <a:gd name="T40" fmla="*/ 138 w 210"/>
              <a:gd name="T41" fmla="*/ 139 h 209"/>
              <a:gd name="T42" fmla="*/ 138 w 210"/>
              <a:gd name="T43" fmla="*/ 91 h 209"/>
              <a:gd name="T44" fmla="*/ 107 w 210"/>
              <a:gd name="T45" fmla="*/ 61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0" h="209">
                <a:moveTo>
                  <a:pt x="73" y="0"/>
                </a:moveTo>
                <a:cubicBezTo>
                  <a:pt x="178" y="0"/>
                  <a:pt x="178" y="0"/>
                  <a:pt x="178" y="0"/>
                </a:cubicBezTo>
                <a:cubicBezTo>
                  <a:pt x="195" y="0"/>
                  <a:pt x="210" y="15"/>
                  <a:pt x="210" y="33"/>
                </a:cubicBezTo>
                <a:cubicBezTo>
                  <a:pt x="210" y="90"/>
                  <a:pt x="210" y="90"/>
                  <a:pt x="210" y="90"/>
                </a:cubicBezTo>
                <a:cubicBezTo>
                  <a:pt x="210" y="106"/>
                  <a:pt x="198" y="119"/>
                  <a:pt x="183" y="122"/>
                </a:cubicBezTo>
                <a:cubicBezTo>
                  <a:pt x="182" y="170"/>
                  <a:pt x="182" y="170"/>
                  <a:pt x="182" y="170"/>
                </a:cubicBezTo>
                <a:cubicBezTo>
                  <a:pt x="146" y="126"/>
                  <a:pt x="146" y="126"/>
                  <a:pt x="146" y="126"/>
                </a:cubicBezTo>
                <a:cubicBezTo>
                  <a:pt x="146" y="85"/>
                  <a:pt x="146" y="85"/>
                  <a:pt x="146" y="85"/>
                </a:cubicBezTo>
                <a:cubicBezTo>
                  <a:pt x="146" y="67"/>
                  <a:pt x="131" y="53"/>
                  <a:pt x="114" y="53"/>
                </a:cubicBezTo>
                <a:cubicBezTo>
                  <a:pt x="40" y="53"/>
                  <a:pt x="40" y="53"/>
                  <a:pt x="40" y="53"/>
                </a:cubicBezTo>
                <a:cubicBezTo>
                  <a:pt x="40" y="33"/>
                  <a:pt x="40" y="33"/>
                  <a:pt x="40" y="33"/>
                </a:cubicBezTo>
                <a:cubicBezTo>
                  <a:pt x="40" y="15"/>
                  <a:pt x="55" y="0"/>
                  <a:pt x="73" y="0"/>
                </a:cubicBezTo>
                <a:close/>
                <a:moveTo>
                  <a:pt x="107" y="61"/>
                </a:moveTo>
                <a:cubicBezTo>
                  <a:pt x="30" y="61"/>
                  <a:pt x="30" y="61"/>
                  <a:pt x="30" y="61"/>
                </a:cubicBezTo>
                <a:cubicBezTo>
                  <a:pt x="12" y="61"/>
                  <a:pt x="0" y="75"/>
                  <a:pt x="0" y="93"/>
                </a:cubicBezTo>
                <a:cubicBezTo>
                  <a:pt x="0" y="139"/>
                  <a:pt x="0" y="139"/>
                  <a:pt x="0" y="139"/>
                </a:cubicBezTo>
                <a:cubicBezTo>
                  <a:pt x="0" y="154"/>
                  <a:pt x="12" y="168"/>
                  <a:pt x="27" y="170"/>
                </a:cubicBezTo>
                <a:cubicBezTo>
                  <a:pt x="28" y="209"/>
                  <a:pt x="28" y="209"/>
                  <a:pt x="28" y="209"/>
                </a:cubicBezTo>
                <a:cubicBezTo>
                  <a:pt x="67" y="171"/>
                  <a:pt x="67" y="171"/>
                  <a:pt x="67" y="171"/>
                </a:cubicBezTo>
                <a:cubicBezTo>
                  <a:pt x="81" y="171"/>
                  <a:pt x="99" y="173"/>
                  <a:pt x="112" y="170"/>
                </a:cubicBezTo>
                <a:cubicBezTo>
                  <a:pt x="127" y="168"/>
                  <a:pt x="138" y="153"/>
                  <a:pt x="138" y="139"/>
                </a:cubicBezTo>
                <a:cubicBezTo>
                  <a:pt x="138" y="91"/>
                  <a:pt x="138" y="91"/>
                  <a:pt x="138" y="91"/>
                </a:cubicBezTo>
                <a:cubicBezTo>
                  <a:pt x="138" y="68"/>
                  <a:pt x="121" y="61"/>
                  <a:pt x="107" y="6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14" name="Freeform 52">
            <a:extLst>
              <a:ext uri="{FF2B5EF4-FFF2-40B4-BE49-F238E27FC236}">
                <a16:creationId xmlns:a16="http://schemas.microsoft.com/office/drawing/2014/main" id="{A89AE1E7-C550-4814-58BD-0B5F83A346AB}"/>
              </a:ext>
            </a:extLst>
          </p:cNvPr>
          <p:cNvSpPr>
            <a:spLocks noEditPoints="1"/>
          </p:cNvSpPr>
          <p:nvPr/>
        </p:nvSpPr>
        <p:spPr bwMode="auto">
          <a:xfrm>
            <a:off x="6307287" y="4555986"/>
            <a:ext cx="364138" cy="366805"/>
          </a:xfrm>
          <a:custGeom>
            <a:avLst/>
            <a:gdLst>
              <a:gd name="T0" fmla="*/ 159 w 195"/>
              <a:gd name="T1" fmla="*/ 171 h 196"/>
              <a:gd name="T2" fmla="*/ 159 w 195"/>
              <a:gd name="T3" fmla="*/ 184 h 196"/>
              <a:gd name="T4" fmla="*/ 146 w 195"/>
              <a:gd name="T5" fmla="*/ 196 h 196"/>
              <a:gd name="T6" fmla="*/ 49 w 195"/>
              <a:gd name="T7" fmla="*/ 196 h 196"/>
              <a:gd name="T8" fmla="*/ 36 w 195"/>
              <a:gd name="T9" fmla="*/ 184 h 196"/>
              <a:gd name="T10" fmla="*/ 36 w 195"/>
              <a:gd name="T11" fmla="*/ 171 h 196"/>
              <a:gd name="T12" fmla="*/ 0 w 195"/>
              <a:gd name="T13" fmla="*/ 134 h 196"/>
              <a:gd name="T14" fmla="*/ 0 w 195"/>
              <a:gd name="T15" fmla="*/ 98 h 196"/>
              <a:gd name="T16" fmla="*/ 36 w 195"/>
              <a:gd name="T17" fmla="*/ 61 h 196"/>
              <a:gd name="T18" fmla="*/ 36 w 195"/>
              <a:gd name="T19" fmla="*/ 12 h 196"/>
              <a:gd name="T20" fmla="*/ 49 w 195"/>
              <a:gd name="T21" fmla="*/ 0 h 196"/>
              <a:gd name="T22" fmla="*/ 146 w 195"/>
              <a:gd name="T23" fmla="*/ 0 h 196"/>
              <a:gd name="T24" fmla="*/ 159 w 195"/>
              <a:gd name="T25" fmla="*/ 12 h 196"/>
              <a:gd name="T26" fmla="*/ 159 w 195"/>
              <a:gd name="T27" fmla="*/ 61 h 196"/>
              <a:gd name="T28" fmla="*/ 195 w 195"/>
              <a:gd name="T29" fmla="*/ 98 h 196"/>
              <a:gd name="T30" fmla="*/ 195 w 195"/>
              <a:gd name="T31" fmla="*/ 134 h 196"/>
              <a:gd name="T32" fmla="*/ 159 w 195"/>
              <a:gd name="T33" fmla="*/ 171 h 196"/>
              <a:gd name="T34" fmla="*/ 48 w 195"/>
              <a:gd name="T35" fmla="*/ 184 h 196"/>
              <a:gd name="T36" fmla="*/ 147 w 195"/>
              <a:gd name="T37" fmla="*/ 184 h 196"/>
              <a:gd name="T38" fmla="*/ 147 w 195"/>
              <a:gd name="T39" fmla="*/ 132 h 196"/>
              <a:gd name="T40" fmla="*/ 48 w 195"/>
              <a:gd name="T41" fmla="*/ 132 h 196"/>
              <a:gd name="T42" fmla="*/ 48 w 195"/>
              <a:gd name="T43" fmla="*/ 184 h 196"/>
              <a:gd name="T44" fmla="*/ 147 w 195"/>
              <a:gd name="T45" fmla="*/ 12 h 196"/>
              <a:gd name="T46" fmla="*/ 48 w 195"/>
              <a:gd name="T47" fmla="*/ 12 h 196"/>
              <a:gd name="T48" fmla="*/ 48 w 195"/>
              <a:gd name="T49" fmla="*/ 61 h 196"/>
              <a:gd name="T50" fmla="*/ 60 w 195"/>
              <a:gd name="T51" fmla="*/ 61 h 196"/>
              <a:gd name="T52" fmla="*/ 60 w 195"/>
              <a:gd name="T53" fmla="*/ 25 h 196"/>
              <a:gd name="T54" fmla="*/ 136 w 195"/>
              <a:gd name="T55" fmla="*/ 25 h 196"/>
              <a:gd name="T56" fmla="*/ 136 w 195"/>
              <a:gd name="T57" fmla="*/ 61 h 196"/>
              <a:gd name="T58" fmla="*/ 147 w 195"/>
              <a:gd name="T59" fmla="*/ 61 h 196"/>
              <a:gd name="T60" fmla="*/ 147 w 195"/>
              <a:gd name="T61" fmla="*/ 12 h 196"/>
              <a:gd name="T62" fmla="*/ 72 w 195"/>
              <a:gd name="T63" fmla="*/ 36 h 196"/>
              <a:gd name="T64" fmla="*/ 72 w 195"/>
              <a:gd name="T65" fmla="*/ 61 h 196"/>
              <a:gd name="T66" fmla="*/ 123 w 195"/>
              <a:gd name="T67" fmla="*/ 61 h 196"/>
              <a:gd name="T68" fmla="*/ 123 w 195"/>
              <a:gd name="T69" fmla="*/ 36 h 196"/>
              <a:gd name="T70" fmla="*/ 72 w 195"/>
              <a:gd name="T71" fmla="*/ 36 h 196"/>
              <a:gd name="T72" fmla="*/ 147 w 195"/>
              <a:gd name="T73" fmla="*/ 88 h 196"/>
              <a:gd name="T74" fmla="*/ 140 w 195"/>
              <a:gd name="T75" fmla="*/ 88 h 196"/>
              <a:gd name="T76" fmla="*/ 140 w 195"/>
              <a:gd name="T77" fmla="*/ 96 h 196"/>
              <a:gd name="T78" fmla="*/ 147 w 195"/>
              <a:gd name="T79" fmla="*/ 96 h 196"/>
              <a:gd name="T80" fmla="*/ 147 w 195"/>
              <a:gd name="T81" fmla="*/ 88 h 196"/>
              <a:gd name="T82" fmla="*/ 146 w 195"/>
              <a:gd name="T83" fmla="*/ 108 h 196"/>
              <a:gd name="T84" fmla="*/ 49 w 195"/>
              <a:gd name="T85" fmla="*/ 108 h 196"/>
              <a:gd name="T86" fmla="*/ 24 w 195"/>
              <a:gd name="T87" fmla="*/ 134 h 196"/>
              <a:gd name="T88" fmla="*/ 24 w 195"/>
              <a:gd name="T89" fmla="*/ 148 h 196"/>
              <a:gd name="T90" fmla="*/ 36 w 195"/>
              <a:gd name="T91" fmla="*/ 148 h 196"/>
              <a:gd name="T92" fmla="*/ 36 w 195"/>
              <a:gd name="T93" fmla="*/ 134 h 196"/>
              <a:gd name="T94" fmla="*/ 49 w 195"/>
              <a:gd name="T95" fmla="*/ 120 h 196"/>
              <a:gd name="T96" fmla="*/ 146 w 195"/>
              <a:gd name="T97" fmla="*/ 120 h 196"/>
              <a:gd name="T98" fmla="*/ 159 w 195"/>
              <a:gd name="T99" fmla="*/ 134 h 196"/>
              <a:gd name="T100" fmla="*/ 159 w 195"/>
              <a:gd name="T101" fmla="*/ 148 h 196"/>
              <a:gd name="T102" fmla="*/ 172 w 195"/>
              <a:gd name="T103" fmla="*/ 148 h 196"/>
              <a:gd name="T104" fmla="*/ 172 w 195"/>
              <a:gd name="T105" fmla="*/ 134 h 196"/>
              <a:gd name="T106" fmla="*/ 146 w 195"/>
              <a:gd name="T107" fmla="*/ 108 h 196"/>
              <a:gd name="T108" fmla="*/ 168 w 195"/>
              <a:gd name="T109" fmla="*/ 88 h 196"/>
              <a:gd name="T110" fmla="*/ 159 w 195"/>
              <a:gd name="T111" fmla="*/ 88 h 196"/>
              <a:gd name="T112" fmla="*/ 159 w 195"/>
              <a:gd name="T113" fmla="*/ 96 h 196"/>
              <a:gd name="T114" fmla="*/ 168 w 195"/>
              <a:gd name="T115" fmla="*/ 96 h 196"/>
              <a:gd name="T116" fmla="*/ 168 w 195"/>
              <a:gd name="T117" fmla="*/ 88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5" h="196">
                <a:moveTo>
                  <a:pt x="159" y="171"/>
                </a:moveTo>
                <a:cubicBezTo>
                  <a:pt x="159" y="184"/>
                  <a:pt x="159" y="184"/>
                  <a:pt x="159" y="184"/>
                </a:cubicBezTo>
                <a:cubicBezTo>
                  <a:pt x="159" y="191"/>
                  <a:pt x="153" y="196"/>
                  <a:pt x="146" y="196"/>
                </a:cubicBezTo>
                <a:cubicBezTo>
                  <a:pt x="49" y="196"/>
                  <a:pt x="49" y="196"/>
                  <a:pt x="49" y="196"/>
                </a:cubicBezTo>
                <a:cubicBezTo>
                  <a:pt x="42" y="196"/>
                  <a:pt x="36" y="191"/>
                  <a:pt x="36" y="184"/>
                </a:cubicBezTo>
                <a:cubicBezTo>
                  <a:pt x="36" y="171"/>
                  <a:pt x="36" y="171"/>
                  <a:pt x="36" y="171"/>
                </a:cubicBezTo>
                <a:cubicBezTo>
                  <a:pt x="16" y="171"/>
                  <a:pt x="0" y="155"/>
                  <a:pt x="0" y="134"/>
                </a:cubicBezTo>
                <a:cubicBezTo>
                  <a:pt x="0" y="98"/>
                  <a:pt x="0" y="98"/>
                  <a:pt x="0" y="98"/>
                </a:cubicBezTo>
                <a:cubicBezTo>
                  <a:pt x="0" y="78"/>
                  <a:pt x="16" y="61"/>
                  <a:pt x="36" y="61"/>
                </a:cubicBezTo>
                <a:cubicBezTo>
                  <a:pt x="36" y="12"/>
                  <a:pt x="36" y="12"/>
                  <a:pt x="36" y="12"/>
                </a:cubicBezTo>
                <a:cubicBezTo>
                  <a:pt x="36" y="6"/>
                  <a:pt x="42" y="0"/>
                  <a:pt x="49" y="0"/>
                </a:cubicBezTo>
                <a:cubicBezTo>
                  <a:pt x="146" y="0"/>
                  <a:pt x="146" y="0"/>
                  <a:pt x="146" y="0"/>
                </a:cubicBezTo>
                <a:cubicBezTo>
                  <a:pt x="153" y="0"/>
                  <a:pt x="159" y="6"/>
                  <a:pt x="159" y="12"/>
                </a:cubicBezTo>
                <a:cubicBezTo>
                  <a:pt x="159" y="61"/>
                  <a:pt x="159" y="61"/>
                  <a:pt x="159" y="61"/>
                </a:cubicBezTo>
                <a:cubicBezTo>
                  <a:pt x="180" y="61"/>
                  <a:pt x="195" y="78"/>
                  <a:pt x="195" y="98"/>
                </a:cubicBezTo>
                <a:cubicBezTo>
                  <a:pt x="195" y="134"/>
                  <a:pt x="195" y="134"/>
                  <a:pt x="195" y="134"/>
                </a:cubicBezTo>
                <a:cubicBezTo>
                  <a:pt x="195" y="155"/>
                  <a:pt x="180" y="171"/>
                  <a:pt x="159" y="171"/>
                </a:cubicBezTo>
                <a:close/>
                <a:moveTo>
                  <a:pt x="48" y="184"/>
                </a:moveTo>
                <a:cubicBezTo>
                  <a:pt x="147" y="184"/>
                  <a:pt x="147" y="184"/>
                  <a:pt x="147" y="184"/>
                </a:cubicBezTo>
                <a:cubicBezTo>
                  <a:pt x="147" y="132"/>
                  <a:pt x="147" y="132"/>
                  <a:pt x="147" y="132"/>
                </a:cubicBezTo>
                <a:cubicBezTo>
                  <a:pt x="48" y="132"/>
                  <a:pt x="48" y="132"/>
                  <a:pt x="48" y="132"/>
                </a:cubicBezTo>
                <a:lnTo>
                  <a:pt x="48" y="184"/>
                </a:lnTo>
                <a:close/>
                <a:moveTo>
                  <a:pt x="147" y="12"/>
                </a:moveTo>
                <a:cubicBezTo>
                  <a:pt x="48" y="12"/>
                  <a:pt x="48" y="12"/>
                  <a:pt x="48" y="12"/>
                </a:cubicBezTo>
                <a:cubicBezTo>
                  <a:pt x="48" y="61"/>
                  <a:pt x="48" y="61"/>
                  <a:pt x="48" y="61"/>
                </a:cubicBezTo>
                <a:cubicBezTo>
                  <a:pt x="60" y="61"/>
                  <a:pt x="60" y="61"/>
                  <a:pt x="60" y="61"/>
                </a:cubicBezTo>
                <a:cubicBezTo>
                  <a:pt x="60" y="25"/>
                  <a:pt x="60" y="25"/>
                  <a:pt x="60" y="25"/>
                </a:cubicBezTo>
                <a:cubicBezTo>
                  <a:pt x="136" y="25"/>
                  <a:pt x="136" y="25"/>
                  <a:pt x="136" y="25"/>
                </a:cubicBezTo>
                <a:cubicBezTo>
                  <a:pt x="136" y="61"/>
                  <a:pt x="136" y="61"/>
                  <a:pt x="136" y="61"/>
                </a:cubicBezTo>
                <a:cubicBezTo>
                  <a:pt x="147" y="61"/>
                  <a:pt x="147" y="61"/>
                  <a:pt x="147" y="61"/>
                </a:cubicBezTo>
                <a:lnTo>
                  <a:pt x="147" y="12"/>
                </a:lnTo>
                <a:close/>
                <a:moveTo>
                  <a:pt x="72" y="36"/>
                </a:moveTo>
                <a:cubicBezTo>
                  <a:pt x="72" y="61"/>
                  <a:pt x="72" y="61"/>
                  <a:pt x="72" y="61"/>
                </a:cubicBezTo>
                <a:cubicBezTo>
                  <a:pt x="123" y="61"/>
                  <a:pt x="123" y="61"/>
                  <a:pt x="123" y="61"/>
                </a:cubicBezTo>
                <a:cubicBezTo>
                  <a:pt x="123" y="36"/>
                  <a:pt x="123" y="36"/>
                  <a:pt x="123" y="36"/>
                </a:cubicBezTo>
                <a:lnTo>
                  <a:pt x="72" y="36"/>
                </a:lnTo>
                <a:close/>
                <a:moveTo>
                  <a:pt x="147" y="88"/>
                </a:moveTo>
                <a:cubicBezTo>
                  <a:pt x="140" y="88"/>
                  <a:pt x="140" y="88"/>
                  <a:pt x="140" y="88"/>
                </a:cubicBezTo>
                <a:cubicBezTo>
                  <a:pt x="140" y="96"/>
                  <a:pt x="140" y="96"/>
                  <a:pt x="140" y="96"/>
                </a:cubicBezTo>
                <a:cubicBezTo>
                  <a:pt x="147" y="96"/>
                  <a:pt x="147" y="96"/>
                  <a:pt x="147" y="96"/>
                </a:cubicBezTo>
                <a:lnTo>
                  <a:pt x="147" y="88"/>
                </a:lnTo>
                <a:close/>
                <a:moveTo>
                  <a:pt x="146" y="108"/>
                </a:moveTo>
                <a:cubicBezTo>
                  <a:pt x="49" y="108"/>
                  <a:pt x="49" y="108"/>
                  <a:pt x="49" y="108"/>
                </a:cubicBezTo>
                <a:cubicBezTo>
                  <a:pt x="35" y="108"/>
                  <a:pt x="24" y="121"/>
                  <a:pt x="24" y="134"/>
                </a:cubicBezTo>
                <a:cubicBezTo>
                  <a:pt x="24" y="148"/>
                  <a:pt x="24" y="148"/>
                  <a:pt x="24" y="148"/>
                </a:cubicBezTo>
                <a:cubicBezTo>
                  <a:pt x="36" y="148"/>
                  <a:pt x="36" y="148"/>
                  <a:pt x="36" y="148"/>
                </a:cubicBezTo>
                <a:cubicBezTo>
                  <a:pt x="36" y="134"/>
                  <a:pt x="36" y="134"/>
                  <a:pt x="36" y="134"/>
                </a:cubicBezTo>
                <a:cubicBezTo>
                  <a:pt x="36" y="128"/>
                  <a:pt x="42" y="120"/>
                  <a:pt x="49" y="120"/>
                </a:cubicBezTo>
                <a:cubicBezTo>
                  <a:pt x="146" y="120"/>
                  <a:pt x="146" y="120"/>
                  <a:pt x="146" y="120"/>
                </a:cubicBezTo>
                <a:cubicBezTo>
                  <a:pt x="153" y="120"/>
                  <a:pt x="159" y="128"/>
                  <a:pt x="159" y="134"/>
                </a:cubicBezTo>
                <a:cubicBezTo>
                  <a:pt x="159" y="148"/>
                  <a:pt x="159" y="148"/>
                  <a:pt x="159" y="148"/>
                </a:cubicBezTo>
                <a:cubicBezTo>
                  <a:pt x="172" y="148"/>
                  <a:pt x="172" y="148"/>
                  <a:pt x="172" y="148"/>
                </a:cubicBezTo>
                <a:cubicBezTo>
                  <a:pt x="172" y="134"/>
                  <a:pt x="172" y="134"/>
                  <a:pt x="172" y="134"/>
                </a:cubicBezTo>
                <a:cubicBezTo>
                  <a:pt x="172" y="121"/>
                  <a:pt x="160" y="108"/>
                  <a:pt x="146" y="108"/>
                </a:cubicBezTo>
                <a:close/>
                <a:moveTo>
                  <a:pt x="168" y="88"/>
                </a:moveTo>
                <a:cubicBezTo>
                  <a:pt x="159" y="88"/>
                  <a:pt x="159" y="88"/>
                  <a:pt x="159" y="88"/>
                </a:cubicBezTo>
                <a:cubicBezTo>
                  <a:pt x="159" y="96"/>
                  <a:pt x="159" y="96"/>
                  <a:pt x="159" y="96"/>
                </a:cubicBezTo>
                <a:cubicBezTo>
                  <a:pt x="168" y="96"/>
                  <a:pt x="168" y="96"/>
                  <a:pt x="168" y="96"/>
                </a:cubicBezTo>
                <a:lnTo>
                  <a:pt x="168" y="8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15" name="椭圆 14">
            <a:extLst>
              <a:ext uri="{FF2B5EF4-FFF2-40B4-BE49-F238E27FC236}">
                <a16:creationId xmlns:a16="http://schemas.microsoft.com/office/drawing/2014/main" id="{A2163BAC-EFA3-5CEA-A44D-58A0E268D677}"/>
              </a:ext>
            </a:extLst>
          </p:cNvPr>
          <p:cNvSpPr/>
          <p:nvPr/>
        </p:nvSpPr>
        <p:spPr>
          <a:xfrm>
            <a:off x="1806464" y="2515604"/>
            <a:ext cx="2029734" cy="2029734"/>
          </a:xfrm>
          <a:prstGeom prst="ellipse">
            <a:avLst/>
          </a:prstGeom>
          <a:gradFill>
            <a:gsLst>
              <a:gs pos="0">
                <a:srgbClr val="2D5293"/>
              </a:gs>
              <a:gs pos="100000">
                <a:srgbClr val="1F3764"/>
              </a:gs>
            </a:gsLst>
            <a:lin ang="5400000" scaled="1"/>
          </a:gradFill>
          <a:ln w="10160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6" name="直线连接符 15">
            <a:extLst>
              <a:ext uri="{FF2B5EF4-FFF2-40B4-BE49-F238E27FC236}">
                <a16:creationId xmlns:a16="http://schemas.microsoft.com/office/drawing/2014/main" id="{B94E8783-97F5-FDF7-2D58-D9E08359ECE0}"/>
              </a:ext>
            </a:extLst>
          </p:cNvPr>
          <p:cNvCxnSpPr>
            <a:cxnSpLocks/>
          </p:cNvCxnSpPr>
          <p:nvPr/>
        </p:nvCxnSpPr>
        <p:spPr>
          <a:xfrm>
            <a:off x="3968885" y="3511015"/>
            <a:ext cx="2013624"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符 16">
            <a:extLst>
              <a:ext uri="{FF2B5EF4-FFF2-40B4-BE49-F238E27FC236}">
                <a16:creationId xmlns:a16="http://schemas.microsoft.com/office/drawing/2014/main" id="{37D69AEA-38C3-CD34-93D1-B33E488A7127}"/>
              </a:ext>
            </a:extLst>
          </p:cNvPr>
          <p:cNvCxnSpPr>
            <a:cxnSpLocks/>
          </p:cNvCxnSpPr>
          <p:nvPr/>
        </p:nvCxnSpPr>
        <p:spPr>
          <a:xfrm>
            <a:off x="4175316" y="4781441"/>
            <a:ext cx="1770433"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符 17">
            <a:extLst>
              <a:ext uri="{FF2B5EF4-FFF2-40B4-BE49-F238E27FC236}">
                <a16:creationId xmlns:a16="http://schemas.microsoft.com/office/drawing/2014/main" id="{941D5C03-D702-0679-9BAC-F4ECBFF96ACA}"/>
              </a:ext>
            </a:extLst>
          </p:cNvPr>
          <p:cNvCxnSpPr/>
          <p:nvPr/>
        </p:nvCxnSpPr>
        <p:spPr>
          <a:xfrm>
            <a:off x="3781346" y="4380715"/>
            <a:ext cx="393970" cy="39397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符 18">
            <a:extLst>
              <a:ext uri="{FF2B5EF4-FFF2-40B4-BE49-F238E27FC236}">
                <a16:creationId xmlns:a16="http://schemas.microsoft.com/office/drawing/2014/main" id="{D79A30BF-8801-C358-BE6A-EEA26F09ED94}"/>
              </a:ext>
            </a:extLst>
          </p:cNvPr>
          <p:cNvCxnSpPr>
            <a:cxnSpLocks/>
          </p:cNvCxnSpPr>
          <p:nvPr/>
        </p:nvCxnSpPr>
        <p:spPr>
          <a:xfrm>
            <a:off x="4165304" y="2349915"/>
            <a:ext cx="1770433"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符 19">
            <a:extLst>
              <a:ext uri="{FF2B5EF4-FFF2-40B4-BE49-F238E27FC236}">
                <a16:creationId xmlns:a16="http://schemas.microsoft.com/office/drawing/2014/main" id="{2497416A-AD8A-6F60-E65D-C6908397F15A}"/>
              </a:ext>
            </a:extLst>
          </p:cNvPr>
          <p:cNvCxnSpPr>
            <a:cxnSpLocks/>
          </p:cNvCxnSpPr>
          <p:nvPr/>
        </p:nvCxnSpPr>
        <p:spPr>
          <a:xfrm flipV="1">
            <a:off x="3771334" y="2347077"/>
            <a:ext cx="393970" cy="39397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201969F8-1FF4-C6C0-8671-C8B789FF592A}"/>
              </a:ext>
            </a:extLst>
          </p:cNvPr>
          <p:cNvSpPr txBox="1"/>
          <p:nvPr/>
        </p:nvSpPr>
        <p:spPr>
          <a:xfrm>
            <a:off x="2145504" y="3049350"/>
            <a:ext cx="1351653" cy="923330"/>
          </a:xfrm>
          <a:prstGeom prst="rect">
            <a:avLst/>
          </a:prstGeom>
          <a:noFill/>
        </p:spPr>
        <p:txBody>
          <a:bodyPr wrap="none" rtlCol="0">
            <a:spAutoFit/>
          </a:bodyPr>
          <a:lstStyle/>
          <a:p>
            <a:pPr algn="ctr"/>
            <a:r>
              <a:rPr kumimoji="1" lang="en-US" altLang="zh-CN" dirty="0">
                <a:solidFill>
                  <a:schemeClr val="bg1"/>
                </a:solidFill>
                <a:latin typeface="+mj-ea"/>
                <a:ea typeface="+mj-ea"/>
              </a:rPr>
              <a:t>2O2X</a:t>
            </a:r>
          </a:p>
          <a:p>
            <a:pPr algn="ctr"/>
            <a:r>
              <a:rPr kumimoji="1" lang="en-US" altLang="zh-CN" dirty="0">
                <a:solidFill>
                  <a:schemeClr val="bg1"/>
                </a:solidFill>
                <a:latin typeface="+mj-ea"/>
                <a:ea typeface="+mj-ea"/>
              </a:rPr>
              <a:t>BUSINESS</a:t>
            </a:r>
          </a:p>
          <a:p>
            <a:pPr algn="ctr"/>
            <a:r>
              <a:rPr kumimoji="1" lang="en-US" altLang="zh-CN" dirty="0">
                <a:solidFill>
                  <a:schemeClr val="bg1"/>
                </a:solidFill>
                <a:latin typeface="+mj-ea"/>
                <a:ea typeface="+mj-ea"/>
              </a:rPr>
              <a:t>ANNUAL</a:t>
            </a:r>
            <a:endParaRPr kumimoji="1" lang="zh-CN" altLang="en-US" dirty="0">
              <a:solidFill>
                <a:schemeClr val="bg1"/>
              </a:solidFill>
              <a:latin typeface="+mj-ea"/>
              <a:ea typeface="+mj-ea"/>
            </a:endParaRPr>
          </a:p>
        </p:txBody>
      </p:sp>
      <p:sp>
        <p:nvSpPr>
          <p:cNvPr id="22" name="文本框 21">
            <a:extLst>
              <a:ext uri="{FF2B5EF4-FFF2-40B4-BE49-F238E27FC236}">
                <a16:creationId xmlns:a16="http://schemas.microsoft.com/office/drawing/2014/main" id="{D27640D7-DCA0-D054-9884-3F3D0D045779}"/>
              </a:ext>
            </a:extLst>
          </p:cNvPr>
          <p:cNvSpPr txBox="1"/>
          <p:nvPr/>
        </p:nvSpPr>
        <p:spPr>
          <a:xfrm>
            <a:off x="4612114" y="2069428"/>
            <a:ext cx="926630" cy="253916"/>
          </a:xfrm>
          <a:prstGeom prst="rect">
            <a:avLst/>
          </a:prstGeom>
          <a:noFill/>
        </p:spPr>
        <p:txBody>
          <a:bodyPr wrap="square" rtlCol="0">
            <a:spAutoFit/>
          </a:bodyPr>
          <a:lstStyle/>
          <a:p>
            <a:pPr algn="dist"/>
            <a:r>
              <a:rPr kumimoji="1" lang="en-US" altLang="zh-CN" sz="1050" dirty="0">
                <a:solidFill>
                  <a:schemeClr val="bg1">
                    <a:lumMod val="65000"/>
                  </a:schemeClr>
                </a:solidFill>
                <a:latin typeface="+mn-ea"/>
              </a:rPr>
              <a:t>STEP</a:t>
            </a:r>
            <a:r>
              <a:rPr kumimoji="1" lang="zh-CN" altLang="en-US" sz="1050" dirty="0">
                <a:solidFill>
                  <a:schemeClr val="bg1">
                    <a:lumMod val="65000"/>
                  </a:schemeClr>
                </a:solidFill>
                <a:latin typeface="+mn-ea"/>
              </a:rPr>
              <a:t> </a:t>
            </a:r>
            <a:r>
              <a:rPr kumimoji="1" lang="en-US" altLang="zh-CN" sz="1050" dirty="0">
                <a:solidFill>
                  <a:schemeClr val="bg1">
                    <a:lumMod val="65000"/>
                  </a:schemeClr>
                </a:solidFill>
                <a:latin typeface="+mn-ea"/>
              </a:rPr>
              <a:t>—</a:t>
            </a:r>
            <a:r>
              <a:rPr kumimoji="1" lang="zh-CN" altLang="en-US" sz="1050" dirty="0">
                <a:solidFill>
                  <a:schemeClr val="bg1">
                    <a:lumMod val="65000"/>
                  </a:schemeClr>
                </a:solidFill>
                <a:latin typeface="+mn-ea"/>
              </a:rPr>
              <a:t> </a:t>
            </a:r>
            <a:r>
              <a:rPr kumimoji="1" lang="en-US" altLang="zh-CN" sz="1050" dirty="0">
                <a:solidFill>
                  <a:schemeClr val="bg1">
                    <a:lumMod val="65000"/>
                  </a:schemeClr>
                </a:solidFill>
                <a:latin typeface="+mn-ea"/>
              </a:rPr>
              <a:t>01</a:t>
            </a:r>
            <a:endParaRPr kumimoji="1" lang="zh-CN" altLang="en-US" sz="1050" dirty="0">
              <a:solidFill>
                <a:schemeClr val="bg1">
                  <a:lumMod val="65000"/>
                </a:schemeClr>
              </a:solidFill>
              <a:latin typeface="+mn-ea"/>
            </a:endParaRPr>
          </a:p>
        </p:txBody>
      </p:sp>
      <p:sp>
        <p:nvSpPr>
          <p:cNvPr id="23" name="文本框 22">
            <a:extLst>
              <a:ext uri="{FF2B5EF4-FFF2-40B4-BE49-F238E27FC236}">
                <a16:creationId xmlns:a16="http://schemas.microsoft.com/office/drawing/2014/main" id="{D2E792EC-85DB-05A4-9C99-C8C10639DD62}"/>
              </a:ext>
            </a:extLst>
          </p:cNvPr>
          <p:cNvSpPr txBox="1"/>
          <p:nvPr/>
        </p:nvSpPr>
        <p:spPr>
          <a:xfrm>
            <a:off x="4612114" y="3224279"/>
            <a:ext cx="926630" cy="253916"/>
          </a:xfrm>
          <a:prstGeom prst="rect">
            <a:avLst/>
          </a:prstGeom>
          <a:noFill/>
        </p:spPr>
        <p:txBody>
          <a:bodyPr wrap="square" rtlCol="0">
            <a:spAutoFit/>
          </a:bodyPr>
          <a:lstStyle/>
          <a:p>
            <a:pPr algn="dist"/>
            <a:r>
              <a:rPr kumimoji="1" lang="en-US" altLang="zh-CN" sz="1050" dirty="0">
                <a:solidFill>
                  <a:schemeClr val="bg1">
                    <a:lumMod val="65000"/>
                  </a:schemeClr>
                </a:solidFill>
                <a:latin typeface="+mn-ea"/>
              </a:rPr>
              <a:t>STEP</a:t>
            </a:r>
            <a:r>
              <a:rPr kumimoji="1" lang="zh-CN" altLang="en-US" sz="1050" dirty="0">
                <a:solidFill>
                  <a:schemeClr val="bg1">
                    <a:lumMod val="65000"/>
                  </a:schemeClr>
                </a:solidFill>
                <a:latin typeface="+mn-ea"/>
              </a:rPr>
              <a:t> </a:t>
            </a:r>
            <a:r>
              <a:rPr kumimoji="1" lang="en-US" altLang="zh-CN" sz="1050" dirty="0">
                <a:solidFill>
                  <a:schemeClr val="bg1">
                    <a:lumMod val="65000"/>
                  </a:schemeClr>
                </a:solidFill>
                <a:latin typeface="+mn-ea"/>
              </a:rPr>
              <a:t>—</a:t>
            </a:r>
            <a:r>
              <a:rPr kumimoji="1" lang="zh-CN" altLang="en-US" sz="1050" dirty="0">
                <a:solidFill>
                  <a:schemeClr val="bg1">
                    <a:lumMod val="65000"/>
                  </a:schemeClr>
                </a:solidFill>
                <a:latin typeface="+mn-ea"/>
              </a:rPr>
              <a:t> </a:t>
            </a:r>
            <a:r>
              <a:rPr kumimoji="1" lang="en-US" altLang="zh-CN" sz="1050" dirty="0">
                <a:solidFill>
                  <a:schemeClr val="bg1">
                    <a:lumMod val="65000"/>
                  </a:schemeClr>
                </a:solidFill>
                <a:latin typeface="+mn-ea"/>
              </a:rPr>
              <a:t>02</a:t>
            </a:r>
            <a:endParaRPr kumimoji="1" lang="zh-CN" altLang="en-US" sz="1050" dirty="0">
              <a:solidFill>
                <a:schemeClr val="bg1">
                  <a:lumMod val="65000"/>
                </a:schemeClr>
              </a:solidFill>
              <a:latin typeface="+mn-ea"/>
            </a:endParaRPr>
          </a:p>
        </p:txBody>
      </p:sp>
      <p:sp>
        <p:nvSpPr>
          <p:cNvPr id="24" name="文本框 23">
            <a:extLst>
              <a:ext uri="{FF2B5EF4-FFF2-40B4-BE49-F238E27FC236}">
                <a16:creationId xmlns:a16="http://schemas.microsoft.com/office/drawing/2014/main" id="{9EAAC9CF-52BB-6751-293F-7F708592B03A}"/>
              </a:ext>
            </a:extLst>
          </p:cNvPr>
          <p:cNvSpPr txBox="1"/>
          <p:nvPr/>
        </p:nvSpPr>
        <p:spPr>
          <a:xfrm>
            <a:off x="4612114" y="4488279"/>
            <a:ext cx="926630" cy="253916"/>
          </a:xfrm>
          <a:prstGeom prst="rect">
            <a:avLst/>
          </a:prstGeom>
          <a:noFill/>
        </p:spPr>
        <p:txBody>
          <a:bodyPr wrap="square" rtlCol="0">
            <a:spAutoFit/>
          </a:bodyPr>
          <a:lstStyle/>
          <a:p>
            <a:pPr algn="dist"/>
            <a:r>
              <a:rPr kumimoji="1" lang="en-US" altLang="zh-CN" sz="1050" dirty="0">
                <a:solidFill>
                  <a:schemeClr val="bg1">
                    <a:lumMod val="65000"/>
                  </a:schemeClr>
                </a:solidFill>
                <a:latin typeface="+mn-ea"/>
              </a:rPr>
              <a:t>STEP</a:t>
            </a:r>
            <a:r>
              <a:rPr kumimoji="1" lang="zh-CN" altLang="en-US" sz="1050" dirty="0">
                <a:solidFill>
                  <a:schemeClr val="bg1">
                    <a:lumMod val="65000"/>
                  </a:schemeClr>
                </a:solidFill>
                <a:latin typeface="+mn-ea"/>
              </a:rPr>
              <a:t> </a:t>
            </a:r>
            <a:r>
              <a:rPr kumimoji="1" lang="en-US" altLang="zh-CN" sz="1050" dirty="0">
                <a:solidFill>
                  <a:schemeClr val="bg1">
                    <a:lumMod val="65000"/>
                  </a:schemeClr>
                </a:solidFill>
                <a:latin typeface="+mn-ea"/>
              </a:rPr>
              <a:t>—</a:t>
            </a:r>
            <a:r>
              <a:rPr kumimoji="1" lang="zh-CN" altLang="en-US" sz="1050" dirty="0">
                <a:solidFill>
                  <a:schemeClr val="bg1">
                    <a:lumMod val="65000"/>
                  </a:schemeClr>
                </a:solidFill>
                <a:latin typeface="+mn-ea"/>
              </a:rPr>
              <a:t> </a:t>
            </a:r>
            <a:r>
              <a:rPr kumimoji="1" lang="en-US" altLang="zh-CN" sz="1050" dirty="0">
                <a:solidFill>
                  <a:schemeClr val="bg1">
                    <a:lumMod val="65000"/>
                  </a:schemeClr>
                </a:solidFill>
                <a:latin typeface="+mn-ea"/>
              </a:rPr>
              <a:t>03</a:t>
            </a:r>
            <a:endParaRPr kumimoji="1" lang="zh-CN" altLang="en-US" sz="1050" dirty="0">
              <a:solidFill>
                <a:schemeClr val="bg1">
                  <a:lumMod val="65000"/>
                </a:schemeClr>
              </a:solidFill>
              <a:latin typeface="+mn-ea"/>
            </a:endParaRPr>
          </a:p>
        </p:txBody>
      </p:sp>
    </p:spTree>
    <p:extLst>
      <p:ext uri="{BB962C8B-B14F-4D97-AF65-F5344CB8AC3E}">
        <p14:creationId xmlns:p14="http://schemas.microsoft.com/office/powerpoint/2010/main" val="1719233217"/>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5" presetClass="entr" presetSubtype="1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checkerboard(across)">
                                      <p:cBhvr>
                                        <p:cTn id="15" dur="500"/>
                                        <p:tgtEl>
                                          <p:spTgt spid="9"/>
                                        </p:tgtEl>
                                      </p:cBhvr>
                                    </p:animEffect>
                                  </p:childTnLst>
                                </p:cTn>
                              </p:par>
                            </p:childTnLst>
                          </p:cTn>
                        </p:par>
                        <p:par>
                          <p:cTn id="16" fill="hold">
                            <p:stCondLst>
                              <p:cond delay="1000"/>
                            </p:stCondLst>
                            <p:childTnLst>
                              <p:par>
                                <p:cTn id="17" presetID="2" presetClass="entr" presetSubtype="4"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5" presetClass="entr" presetSubtype="1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checkerboard(across)">
                                      <p:cBhvr>
                                        <p:cTn id="23" dur="500"/>
                                        <p:tgtEl>
                                          <p:spTgt spid="11"/>
                                        </p:tgtEl>
                                      </p:cBhvr>
                                    </p:animEffect>
                                  </p:childTnLst>
                                </p:cTn>
                              </p:par>
                            </p:childTnLst>
                          </p:cTn>
                        </p:par>
                        <p:par>
                          <p:cTn id="24" fill="hold">
                            <p:stCondLst>
                              <p:cond delay="1500"/>
                            </p:stCondLst>
                            <p:childTnLst>
                              <p:par>
                                <p:cTn id="25" presetID="2" presetClass="entr" presetSubtype="4"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F4DA20F-99A5-3306-70C3-9C6F4EA99628}"/>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C601AF32-2458-76DE-52D2-981104DB6CFC}"/>
              </a:ext>
            </a:extLst>
          </p:cNvPr>
          <p:cNvSpPr txBox="1"/>
          <p:nvPr/>
        </p:nvSpPr>
        <p:spPr>
          <a:xfrm>
            <a:off x="2660156" y="2588655"/>
            <a:ext cx="6871687" cy="1446550"/>
          </a:xfrm>
          <a:prstGeom prst="rect">
            <a:avLst/>
          </a:prstGeom>
          <a:noFill/>
        </p:spPr>
        <p:txBody>
          <a:bodyPr wrap="square" rtlCol="0">
            <a:spAutoFit/>
          </a:bodyPr>
          <a:lstStyle/>
          <a:p>
            <a:pPr algn="dist"/>
            <a:r>
              <a:rPr kumimoji="1" lang="zh-CN" altLang="en-US" sz="8800" dirty="0">
                <a:gradFill>
                  <a:gsLst>
                    <a:gs pos="0">
                      <a:srgbClr val="2D5293"/>
                    </a:gs>
                    <a:gs pos="100000">
                      <a:srgbClr val="1F3764">
                        <a:alpha val="82000"/>
                      </a:srgbClr>
                    </a:gs>
                  </a:gsLst>
                  <a:lin ang="2700000" scaled="1"/>
                </a:gra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成果展示</a:t>
            </a:r>
          </a:p>
        </p:txBody>
      </p:sp>
      <p:sp>
        <p:nvSpPr>
          <p:cNvPr id="3" name="文本框 2">
            <a:extLst>
              <a:ext uri="{FF2B5EF4-FFF2-40B4-BE49-F238E27FC236}">
                <a16:creationId xmlns:a16="http://schemas.microsoft.com/office/drawing/2014/main" id="{99FE7FCF-B3CD-EA6A-4E28-9C96495D876A}"/>
              </a:ext>
            </a:extLst>
          </p:cNvPr>
          <p:cNvSpPr txBox="1"/>
          <p:nvPr/>
        </p:nvSpPr>
        <p:spPr>
          <a:xfrm>
            <a:off x="4710043" y="1819214"/>
            <a:ext cx="2771913" cy="769441"/>
          </a:xfrm>
          <a:prstGeom prst="rect">
            <a:avLst/>
          </a:prstGeom>
          <a:noFill/>
        </p:spPr>
        <p:txBody>
          <a:bodyPr wrap="none" rtlCol="0">
            <a:spAutoFit/>
          </a:bodyPr>
          <a:lstStyle/>
          <a:p>
            <a:r>
              <a:rPr kumimoji="1" lang="en-US" altLang="zh-CN" sz="4400" dirty="0">
                <a:gradFill>
                  <a:gsLst>
                    <a:gs pos="0">
                      <a:srgbClr val="2D5293"/>
                    </a:gs>
                    <a:gs pos="100000">
                      <a:srgbClr val="1F3764">
                        <a:alpha val="82000"/>
                      </a:srgbClr>
                    </a:gs>
                  </a:gsLst>
                  <a:lin ang="2700000" scaled="1"/>
                </a:gra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PART</a:t>
            </a:r>
            <a:r>
              <a:rPr kumimoji="1" lang="zh-CN" altLang="en-US" sz="4400" dirty="0">
                <a:gradFill>
                  <a:gsLst>
                    <a:gs pos="0">
                      <a:srgbClr val="2D5293"/>
                    </a:gs>
                    <a:gs pos="100000">
                      <a:srgbClr val="1F3764">
                        <a:alpha val="82000"/>
                      </a:srgbClr>
                    </a:gs>
                  </a:gsLst>
                  <a:lin ang="2700000" scaled="1"/>
                </a:gra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 </a:t>
            </a:r>
            <a:r>
              <a:rPr kumimoji="1" lang="en-US" altLang="zh-CN" sz="4400" dirty="0">
                <a:gradFill>
                  <a:gsLst>
                    <a:gs pos="0">
                      <a:srgbClr val="2D5293"/>
                    </a:gs>
                    <a:gs pos="100000">
                      <a:srgbClr val="1F3764">
                        <a:alpha val="82000"/>
                      </a:srgbClr>
                    </a:gs>
                  </a:gsLst>
                  <a:lin ang="2700000" scaled="1"/>
                </a:gra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O2</a:t>
            </a:r>
            <a:endParaRPr kumimoji="1" lang="zh-CN" altLang="en-US" sz="4400" dirty="0">
              <a:gradFill>
                <a:gsLst>
                  <a:gs pos="0">
                    <a:srgbClr val="2D5293"/>
                  </a:gs>
                  <a:gs pos="100000">
                    <a:srgbClr val="1F3764">
                      <a:alpha val="82000"/>
                    </a:srgbClr>
                  </a:gs>
                </a:gsLst>
                <a:lin ang="2700000" scaled="1"/>
              </a:gra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endParaRPr>
          </a:p>
        </p:txBody>
      </p:sp>
      <p:sp>
        <p:nvSpPr>
          <p:cNvPr id="4" name="文本框 3">
            <a:extLst>
              <a:ext uri="{FF2B5EF4-FFF2-40B4-BE49-F238E27FC236}">
                <a16:creationId xmlns:a16="http://schemas.microsoft.com/office/drawing/2014/main" id="{A644350A-30B1-47FD-FEE5-82518D1F7728}"/>
              </a:ext>
            </a:extLst>
          </p:cNvPr>
          <p:cNvSpPr txBox="1"/>
          <p:nvPr/>
        </p:nvSpPr>
        <p:spPr>
          <a:xfrm>
            <a:off x="2845519" y="4035205"/>
            <a:ext cx="6500961" cy="778226"/>
          </a:xfrm>
          <a:prstGeom prst="rect">
            <a:avLst/>
          </a:prstGeom>
          <a:noFill/>
        </p:spPr>
        <p:txBody>
          <a:bodyPr wrap="square" rtlCol="0">
            <a:spAutoFit/>
          </a:bodyPr>
          <a:lstStyle/>
          <a:p>
            <a:pPr algn="ctr">
              <a:lnSpc>
                <a:spcPct val="150000"/>
              </a:lnSpc>
            </a:pPr>
            <a:r>
              <a:rPr lang="en" altLang="zh-CN" sz="1050" dirty="0">
                <a:solidFill>
                  <a:schemeClr val="tx1">
                    <a:lumMod val="65000"/>
                    <a:lumOff val="35000"/>
                  </a:schemeClr>
                </a:solidFill>
                <a:latin typeface="+mn-ea"/>
              </a:rPr>
              <a:t>YOUR CONTENT IS ENTERED HERE, OR BY COPYING YOUR TEXT, SELECT PASTE IN THIS BOX AND CHOOSE TO RETAIN ONLY TEXT. YOUR CONTENT IS TYPED HERE, OR BY COPYING YOUR TEXT, SELECT PASTE IN THIS BOX.</a:t>
            </a:r>
          </a:p>
        </p:txBody>
      </p:sp>
    </p:spTree>
    <p:extLst>
      <p:ext uri="{BB962C8B-B14F-4D97-AF65-F5344CB8AC3E}">
        <p14:creationId xmlns:p14="http://schemas.microsoft.com/office/powerpoint/2010/main" val="133791708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B2932-A69D-39AF-D502-1D794A969C5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15B09A71-9C4F-92E5-4099-3B0C69CC944C}"/>
              </a:ext>
            </a:extLst>
          </p:cNvPr>
          <p:cNvSpPr txBox="1"/>
          <p:nvPr/>
        </p:nvSpPr>
        <p:spPr>
          <a:xfrm>
            <a:off x="181204" y="259385"/>
            <a:ext cx="2550426" cy="646331"/>
          </a:xfrm>
          <a:prstGeom prst="rect">
            <a:avLst/>
          </a:prstGeom>
          <a:noFill/>
        </p:spPr>
        <p:txBody>
          <a:bodyPr wrap="square" rtlCol="0">
            <a:spAutoFit/>
          </a:bodyPr>
          <a:lstStyle/>
          <a:p>
            <a:pPr algn="dist"/>
            <a:r>
              <a:rPr kumimoji="1" lang="zh-CN" altLang="en-US" sz="3600" dirty="0">
                <a:solidFill>
                  <a:schemeClr val="bg1"/>
                </a:soli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成果展示</a:t>
            </a:r>
          </a:p>
        </p:txBody>
      </p:sp>
      <p:sp>
        <p:nvSpPr>
          <p:cNvPr id="3" name="圆角矩形 2">
            <a:extLst>
              <a:ext uri="{FF2B5EF4-FFF2-40B4-BE49-F238E27FC236}">
                <a16:creationId xmlns:a16="http://schemas.microsoft.com/office/drawing/2014/main" id="{9D1EE73D-2BCE-A561-5AC1-6E4428563116}"/>
              </a:ext>
            </a:extLst>
          </p:cNvPr>
          <p:cNvSpPr/>
          <p:nvPr/>
        </p:nvSpPr>
        <p:spPr>
          <a:xfrm>
            <a:off x="1034752" y="1742447"/>
            <a:ext cx="10167257" cy="4635235"/>
          </a:xfrm>
          <a:prstGeom prst="roundRect">
            <a:avLst>
              <a:gd name="adj" fmla="val 1945"/>
            </a:avLst>
          </a:prstGeom>
          <a:blipFill>
            <a:blip r:embed="rId3" cstate="screen">
              <a:extLst>
                <a:ext uri="{28A0092B-C50C-407E-A947-70E740481C1C}">
                  <a14:useLocalDpi xmlns:a14="http://schemas.microsoft.com/office/drawing/2010/main"/>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圆角矩形 3">
            <a:extLst>
              <a:ext uri="{FF2B5EF4-FFF2-40B4-BE49-F238E27FC236}">
                <a16:creationId xmlns:a16="http://schemas.microsoft.com/office/drawing/2014/main" id="{130BB93B-4649-BDDF-7DD7-1E4B85940EC1}"/>
              </a:ext>
            </a:extLst>
          </p:cNvPr>
          <p:cNvSpPr/>
          <p:nvPr/>
        </p:nvSpPr>
        <p:spPr>
          <a:xfrm>
            <a:off x="1034752" y="1742447"/>
            <a:ext cx="10167257" cy="4635235"/>
          </a:xfrm>
          <a:prstGeom prst="roundRect">
            <a:avLst>
              <a:gd name="adj" fmla="val 1945"/>
            </a:avLst>
          </a:prstGeom>
          <a:gradFill>
            <a:gsLst>
              <a:gs pos="0">
                <a:srgbClr val="2D5293">
                  <a:alpha val="81000"/>
                </a:srgbClr>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B3762475-CED9-F24B-84A3-14BD822C46EF}"/>
              </a:ext>
            </a:extLst>
          </p:cNvPr>
          <p:cNvSpPr txBox="1"/>
          <p:nvPr/>
        </p:nvSpPr>
        <p:spPr>
          <a:xfrm>
            <a:off x="1822420" y="3788876"/>
            <a:ext cx="2240828" cy="745589"/>
          </a:xfrm>
          <a:prstGeom prst="rect">
            <a:avLst/>
          </a:prstGeom>
          <a:noFill/>
        </p:spPr>
        <p:txBody>
          <a:bodyPr wrap="square">
            <a:spAutoFit/>
          </a:bodyPr>
          <a:lstStyle/>
          <a:p>
            <a:pPr algn="just">
              <a:lnSpc>
                <a:spcPct val="150000"/>
              </a:lnSpc>
            </a:pPr>
            <a:r>
              <a:rPr lang="zh-CN" altLang="en-US" sz="1000" dirty="0">
                <a:solidFill>
                  <a:schemeClr val="bg1"/>
                </a:solidFill>
                <a:latin typeface="+mn-ea"/>
              </a:rPr>
              <a:t>点此输入内容或者复制您的内容在这里，通过复制您的文本后点此输入内容或者复制您的内容在这里</a:t>
            </a:r>
          </a:p>
        </p:txBody>
      </p:sp>
      <p:sp>
        <p:nvSpPr>
          <p:cNvPr id="6" name="文本框 5">
            <a:extLst>
              <a:ext uri="{FF2B5EF4-FFF2-40B4-BE49-F238E27FC236}">
                <a16:creationId xmlns:a16="http://schemas.microsoft.com/office/drawing/2014/main" id="{521B1A6B-6698-F614-136D-659D78E89057}"/>
              </a:ext>
            </a:extLst>
          </p:cNvPr>
          <p:cNvSpPr txBox="1"/>
          <p:nvPr/>
        </p:nvSpPr>
        <p:spPr>
          <a:xfrm>
            <a:off x="1361108" y="2134317"/>
            <a:ext cx="2860176" cy="492443"/>
          </a:xfrm>
          <a:prstGeom prst="rect">
            <a:avLst/>
          </a:prstGeom>
          <a:noFill/>
        </p:spPr>
        <p:txBody>
          <a:bodyPr wrap="square" rtlCol="0">
            <a:spAutoFit/>
          </a:bodyPr>
          <a:lstStyle/>
          <a:p>
            <a:pPr algn="dist"/>
            <a:r>
              <a:rPr kumimoji="1" lang="zh-CN" altLang="en-US" sz="2600" dirty="0">
                <a:solidFill>
                  <a:schemeClr val="bg1"/>
                </a:solidFill>
                <a:latin typeface="Source Han Sans CN Bold" panose="020B0500000000000000" pitchFamily="34" charset="-128"/>
                <a:ea typeface="Source Han Sans CN Bold" panose="020B0500000000000000" pitchFamily="34" charset="-128"/>
                <a:cs typeface="+mn-ea"/>
                <a:sym typeface="+mn-lt"/>
              </a:rPr>
              <a:t>输入标题文字内容</a:t>
            </a:r>
          </a:p>
        </p:txBody>
      </p:sp>
      <p:sp>
        <p:nvSpPr>
          <p:cNvPr id="7" name="文本框 6">
            <a:extLst>
              <a:ext uri="{FF2B5EF4-FFF2-40B4-BE49-F238E27FC236}">
                <a16:creationId xmlns:a16="http://schemas.microsoft.com/office/drawing/2014/main" id="{500E0915-68BB-4BBA-5B1C-DF488127ECB8}"/>
              </a:ext>
            </a:extLst>
          </p:cNvPr>
          <p:cNvSpPr txBox="1"/>
          <p:nvPr/>
        </p:nvSpPr>
        <p:spPr>
          <a:xfrm>
            <a:off x="1351349" y="2553079"/>
            <a:ext cx="2428870" cy="400110"/>
          </a:xfrm>
          <a:prstGeom prst="rect">
            <a:avLst/>
          </a:prstGeom>
          <a:noFill/>
        </p:spPr>
        <p:txBody>
          <a:bodyPr wrap="none" rtlCol="0">
            <a:spAutoFit/>
          </a:bodyPr>
          <a:lstStyle/>
          <a:p>
            <a:r>
              <a:rPr kumimoji="1" lang="en-US" altLang="zh-CN" sz="2000" dirty="0">
                <a:solidFill>
                  <a:schemeClr val="bg1"/>
                </a:solidFill>
                <a:latin typeface="+mn-ea"/>
              </a:rPr>
              <a:t>ENTER</a:t>
            </a:r>
            <a:r>
              <a:rPr kumimoji="1" lang="zh-CN" altLang="en-US" sz="2000" dirty="0">
                <a:solidFill>
                  <a:schemeClr val="bg1"/>
                </a:solidFill>
                <a:latin typeface="+mn-ea"/>
              </a:rPr>
              <a:t> </a:t>
            </a:r>
            <a:r>
              <a:rPr kumimoji="1" lang="en-US" altLang="zh-CN" sz="2000" dirty="0">
                <a:solidFill>
                  <a:schemeClr val="bg1"/>
                </a:solidFill>
                <a:latin typeface="+mn-ea"/>
              </a:rPr>
              <a:t>TITLE</a:t>
            </a:r>
            <a:r>
              <a:rPr kumimoji="1" lang="zh-CN" altLang="en-US" sz="2000" dirty="0">
                <a:solidFill>
                  <a:schemeClr val="bg1"/>
                </a:solidFill>
                <a:latin typeface="+mn-ea"/>
              </a:rPr>
              <a:t> </a:t>
            </a:r>
            <a:r>
              <a:rPr kumimoji="1" lang="en-US" altLang="zh-CN" sz="2000" dirty="0">
                <a:solidFill>
                  <a:schemeClr val="bg1"/>
                </a:solidFill>
                <a:latin typeface="+mn-ea"/>
              </a:rPr>
              <a:t>HERE</a:t>
            </a:r>
            <a:endParaRPr kumimoji="1" lang="zh-CN" altLang="en-US" sz="2000" dirty="0">
              <a:solidFill>
                <a:schemeClr val="bg1"/>
              </a:solidFill>
              <a:latin typeface="+mn-ea"/>
            </a:endParaRPr>
          </a:p>
        </p:txBody>
      </p:sp>
      <p:sp>
        <p:nvSpPr>
          <p:cNvPr id="8" name="文本框 7">
            <a:extLst>
              <a:ext uri="{FF2B5EF4-FFF2-40B4-BE49-F238E27FC236}">
                <a16:creationId xmlns:a16="http://schemas.microsoft.com/office/drawing/2014/main" id="{23CAEC06-5A9B-AB41-A6E7-8D6C947FE61D}"/>
              </a:ext>
            </a:extLst>
          </p:cNvPr>
          <p:cNvSpPr txBox="1"/>
          <p:nvPr/>
        </p:nvSpPr>
        <p:spPr>
          <a:xfrm>
            <a:off x="1822419" y="3491985"/>
            <a:ext cx="1261884" cy="307777"/>
          </a:xfrm>
          <a:prstGeom prst="rect">
            <a:avLst/>
          </a:prstGeom>
          <a:noFill/>
        </p:spPr>
        <p:txBody>
          <a:bodyPr wrap="none" rtlCol="0">
            <a:spAutoFit/>
          </a:bodyPr>
          <a:lstStyle/>
          <a:p>
            <a:r>
              <a:rPr kumimoji="1" lang="zh-CN" altLang="en-US" sz="1400" dirty="0">
                <a:solidFill>
                  <a:schemeClr val="bg1"/>
                </a:solidFill>
                <a:latin typeface="+mj-ea"/>
                <a:ea typeface="+mj-ea"/>
              </a:rPr>
              <a:t>标题文字内容</a:t>
            </a:r>
          </a:p>
        </p:txBody>
      </p:sp>
      <p:grpSp>
        <p:nvGrpSpPr>
          <p:cNvPr id="9" name="组合 8">
            <a:extLst>
              <a:ext uri="{FF2B5EF4-FFF2-40B4-BE49-F238E27FC236}">
                <a16:creationId xmlns:a16="http://schemas.microsoft.com/office/drawing/2014/main" id="{EB72D172-4B9C-72A4-CFC1-291FC46CDD47}"/>
              </a:ext>
            </a:extLst>
          </p:cNvPr>
          <p:cNvGrpSpPr/>
          <p:nvPr/>
        </p:nvGrpSpPr>
        <p:grpSpPr>
          <a:xfrm>
            <a:off x="4496095" y="5023067"/>
            <a:ext cx="292496" cy="292995"/>
            <a:chOff x="7578039" y="7202122"/>
            <a:chExt cx="366051" cy="366676"/>
          </a:xfrm>
          <a:solidFill>
            <a:schemeClr val="bg1"/>
          </a:solidFill>
        </p:grpSpPr>
        <p:sp>
          <p:nvSpPr>
            <p:cNvPr id="10" name="AutoShape 7">
              <a:extLst>
                <a:ext uri="{FF2B5EF4-FFF2-40B4-BE49-F238E27FC236}">
                  <a16:creationId xmlns:a16="http://schemas.microsoft.com/office/drawing/2014/main" id="{94BB0196-FAEB-99B4-E558-6833A5EE8CF4}"/>
                </a:ext>
              </a:extLst>
            </p:cNvPr>
            <p:cNvSpPr>
              <a:spLocks/>
            </p:cNvSpPr>
            <p:nvPr/>
          </p:nvSpPr>
          <p:spPr bwMode="auto">
            <a:xfrm>
              <a:off x="7578039" y="7202122"/>
              <a:ext cx="366051" cy="366676"/>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11" name="AutoShape 8">
              <a:extLst>
                <a:ext uri="{FF2B5EF4-FFF2-40B4-BE49-F238E27FC236}">
                  <a16:creationId xmlns:a16="http://schemas.microsoft.com/office/drawing/2014/main" id="{8F02ADC1-22BF-C7C8-4DD6-3CA4FFF62D39}"/>
                </a:ext>
              </a:extLst>
            </p:cNvPr>
            <p:cNvSpPr>
              <a:spLocks/>
            </p:cNvSpPr>
            <p:nvPr/>
          </p:nvSpPr>
          <p:spPr bwMode="auto">
            <a:xfrm>
              <a:off x="7738225" y="7362310"/>
              <a:ext cx="45678" cy="45678"/>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12" name="AutoShape 9">
              <a:extLst>
                <a:ext uri="{FF2B5EF4-FFF2-40B4-BE49-F238E27FC236}">
                  <a16:creationId xmlns:a16="http://schemas.microsoft.com/office/drawing/2014/main" id="{01A890F5-F12E-DF3E-997D-CBF81E626C40}"/>
                </a:ext>
              </a:extLst>
            </p:cNvPr>
            <p:cNvSpPr>
              <a:spLocks/>
            </p:cNvSpPr>
            <p:nvPr/>
          </p:nvSpPr>
          <p:spPr bwMode="auto">
            <a:xfrm>
              <a:off x="7691921" y="7316631"/>
              <a:ext cx="137660" cy="137660"/>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13" name="AutoShape 10">
              <a:extLst>
                <a:ext uri="{FF2B5EF4-FFF2-40B4-BE49-F238E27FC236}">
                  <a16:creationId xmlns:a16="http://schemas.microsoft.com/office/drawing/2014/main" id="{9D59542D-7EDC-8CDD-AA22-4AA1E22360EC}"/>
                </a:ext>
              </a:extLst>
            </p:cNvPr>
            <p:cNvSpPr>
              <a:spLocks/>
            </p:cNvSpPr>
            <p:nvPr/>
          </p:nvSpPr>
          <p:spPr bwMode="auto">
            <a:xfrm>
              <a:off x="7783905" y="7407987"/>
              <a:ext cx="56941" cy="58818"/>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14" name="AutoShape 11">
              <a:extLst>
                <a:ext uri="{FF2B5EF4-FFF2-40B4-BE49-F238E27FC236}">
                  <a16:creationId xmlns:a16="http://schemas.microsoft.com/office/drawing/2014/main" id="{EA90345B-C5A3-72CC-29F8-986A9BB3AC1D}"/>
                </a:ext>
              </a:extLst>
            </p:cNvPr>
            <p:cNvSpPr>
              <a:spLocks/>
            </p:cNvSpPr>
            <p:nvPr/>
          </p:nvSpPr>
          <p:spPr bwMode="auto">
            <a:xfrm>
              <a:off x="7806429" y="7431140"/>
              <a:ext cx="81970" cy="83847"/>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15" name="AutoShape 12">
              <a:extLst>
                <a:ext uri="{FF2B5EF4-FFF2-40B4-BE49-F238E27FC236}">
                  <a16:creationId xmlns:a16="http://schemas.microsoft.com/office/drawing/2014/main" id="{E367C247-969D-C8F8-05A8-F8A533A1C88C}"/>
                </a:ext>
              </a:extLst>
            </p:cNvPr>
            <p:cNvSpPr>
              <a:spLocks/>
            </p:cNvSpPr>
            <p:nvPr/>
          </p:nvSpPr>
          <p:spPr bwMode="auto">
            <a:xfrm>
              <a:off x="7795166" y="7419876"/>
              <a:ext cx="69456" cy="70707"/>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16" name="AutoShape 13">
              <a:extLst>
                <a:ext uri="{FF2B5EF4-FFF2-40B4-BE49-F238E27FC236}">
                  <a16:creationId xmlns:a16="http://schemas.microsoft.com/office/drawing/2014/main" id="{97C3379D-4EBC-1181-2AA7-A86746F82578}"/>
                </a:ext>
              </a:extLst>
            </p:cNvPr>
            <p:cNvSpPr>
              <a:spLocks/>
            </p:cNvSpPr>
            <p:nvPr/>
          </p:nvSpPr>
          <p:spPr bwMode="auto">
            <a:xfrm>
              <a:off x="7680660" y="7305368"/>
              <a:ext cx="57567" cy="58192"/>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17" name="AutoShape 14">
              <a:extLst>
                <a:ext uri="{FF2B5EF4-FFF2-40B4-BE49-F238E27FC236}">
                  <a16:creationId xmlns:a16="http://schemas.microsoft.com/office/drawing/2014/main" id="{2DE6C179-6994-970D-0CF6-F1C1060EDC80}"/>
                </a:ext>
              </a:extLst>
            </p:cNvPr>
            <p:cNvSpPr>
              <a:spLocks/>
            </p:cNvSpPr>
            <p:nvPr/>
          </p:nvSpPr>
          <p:spPr bwMode="auto">
            <a:xfrm>
              <a:off x="7634980" y="7259689"/>
              <a:ext cx="81970" cy="83222"/>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18" name="AutoShape 15">
              <a:extLst>
                <a:ext uri="{FF2B5EF4-FFF2-40B4-BE49-F238E27FC236}">
                  <a16:creationId xmlns:a16="http://schemas.microsoft.com/office/drawing/2014/main" id="{2218465D-8FAF-0AEB-B86F-2D39917AAE47}"/>
                </a:ext>
              </a:extLst>
            </p:cNvPr>
            <p:cNvSpPr>
              <a:spLocks/>
            </p:cNvSpPr>
            <p:nvPr/>
          </p:nvSpPr>
          <p:spPr bwMode="auto">
            <a:xfrm>
              <a:off x="7658132" y="7282216"/>
              <a:ext cx="69456" cy="71333"/>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grpSp>
      <p:grpSp>
        <p:nvGrpSpPr>
          <p:cNvPr id="19" name="组合 18">
            <a:extLst>
              <a:ext uri="{FF2B5EF4-FFF2-40B4-BE49-F238E27FC236}">
                <a16:creationId xmlns:a16="http://schemas.microsoft.com/office/drawing/2014/main" id="{BF8CFE08-D3A1-C360-52C3-5B6D0B893325}"/>
              </a:ext>
            </a:extLst>
          </p:cNvPr>
          <p:cNvGrpSpPr/>
          <p:nvPr/>
        </p:nvGrpSpPr>
        <p:grpSpPr>
          <a:xfrm>
            <a:off x="4496095" y="3566469"/>
            <a:ext cx="292495" cy="283995"/>
            <a:chOff x="6845312" y="7213386"/>
            <a:chExt cx="366050" cy="355413"/>
          </a:xfrm>
          <a:solidFill>
            <a:schemeClr val="bg1"/>
          </a:solidFill>
        </p:grpSpPr>
        <p:sp>
          <p:nvSpPr>
            <p:cNvPr id="20" name="AutoShape 16">
              <a:extLst>
                <a:ext uri="{FF2B5EF4-FFF2-40B4-BE49-F238E27FC236}">
                  <a16:creationId xmlns:a16="http://schemas.microsoft.com/office/drawing/2014/main" id="{0E45B44F-A02D-32DF-E7CE-69219A88591F}"/>
                </a:ext>
              </a:extLst>
            </p:cNvPr>
            <p:cNvSpPr>
              <a:spLocks/>
            </p:cNvSpPr>
            <p:nvPr/>
          </p:nvSpPr>
          <p:spPr bwMode="auto">
            <a:xfrm>
              <a:off x="7028650" y="7407988"/>
              <a:ext cx="45678" cy="4630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4841"/>
                    <a:pt x="0" y="10800"/>
                  </a:cubicBezTo>
                  <a:cubicBezTo>
                    <a:pt x="0" y="16758"/>
                    <a:pt x="4838" y="21599"/>
                    <a:pt x="10800" y="21599"/>
                  </a:cubicBezTo>
                  <a:cubicBezTo>
                    <a:pt x="16761" y="21599"/>
                    <a:pt x="21600" y="16758"/>
                    <a:pt x="21600" y="10800"/>
                  </a:cubicBezTo>
                  <a:cubicBezTo>
                    <a:pt x="21600" y="4841"/>
                    <a:pt x="16761"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21" name="AutoShape 17">
              <a:extLst>
                <a:ext uri="{FF2B5EF4-FFF2-40B4-BE49-F238E27FC236}">
                  <a16:creationId xmlns:a16="http://schemas.microsoft.com/office/drawing/2014/main" id="{7701C210-9648-FB50-ADD5-AEAA04A02542}"/>
                </a:ext>
              </a:extLst>
            </p:cNvPr>
            <p:cNvSpPr>
              <a:spLocks/>
            </p:cNvSpPr>
            <p:nvPr/>
          </p:nvSpPr>
          <p:spPr bwMode="auto">
            <a:xfrm>
              <a:off x="6845312" y="7213386"/>
              <a:ext cx="366050" cy="355413"/>
            </a:xfrm>
            <a:custGeom>
              <a:avLst/>
              <a:gdLst>
                <a:gd name="T0" fmla="*/ 10473 w 20946"/>
                <a:gd name="T1" fmla="*/ 10800 h 21600"/>
                <a:gd name="T2" fmla="*/ 10473 w 20946"/>
                <a:gd name="T3" fmla="*/ 10800 h 21600"/>
                <a:gd name="T4" fmla="*/ 10473 w 20946"/>
                <a:gd name="T5" fmla="*/ 10800 h 21600"/>
                <a:gd name="T6" fmla="*/ 10473 w 20946"/>
                <a:gd name="T7" fmla="*/ 10800 h 21600"/>
              </a:gdLst>
              <a:ahLst/>
              <a:cxnLst>
                <a:cxn ang="0">
                  <a:pos x="T0" y="T1"/>
                </a:cxn>
                <a:cxn ang="0">
                  <a:pos x="T2" y="T3"/>
                </a:cxn>
                <a:cxn ang="0">
                  <a:pos x="T4" y="T5"/>
                </a:cxn>
                <a:cxn ang="0">
                  <a:pos x="T6" y="T7"/>
                </a:cxn>
              </a:cxnLst>
              <a:rect l="0" t="0" r="r" b="b"/>
              <a:pathLst>
                <a:path w="20946" h="21600">
                  <a:moveTo>
                    <a:pt x="18509" y="15329"/>
                  </a:moveTo>
                  <a:lnTo>
                    <a:pt x="11782" y="15329"/>
                  </a:lnTo>
                  <a:cubicBezTo>
                    <a:pt x="10699" y="15329"/>
                    <a:pt x="9818" y="14391"/>
                    <a:pt x="9818" y="13238"/>
                  </a:cubicBezTo>
                  <a:cubicBezTo>
                    <a:pt x="9818" y="12086"/>
                    <a:pt x="10699" y="11148"/>
                    <a:pt x="11782" y="11148"/>
                  </a:cubicBezTo>
                  <a:lnTo>
                    <a:pt x="17673" y="11148"/>
                  </a:lnTo>
                  <a:cubicBezTo>
                    <a:pt x="18077" y="11142"/>
                    <a:pt x="18477" y="10934"/>
                    <a:pt x="18721" y="10588"/>
                  </a:cubicBezTo>
                  <a:cubicBezTo>
                    <a:pt x="18789" y="10491"/>
                    <a:pt x="18842" y="10381"/>
                    <a:pt x="18885" y="10267"/>
                  </a:cubicBezTo>
                  <a:cubicBezTo>
                    <a:pt x="18890" y="10251"/>
                    <a:pt x="18901" y="10239"/>
                    <a:pt x="18906" y="10224"/>
                  </a:cubicBezTo>
                  <a:cubicBezTo>
                    <a:pt x="19377" y="10880"/>
                    <a:pt x="19636" y="11686"/>
                    <a:pt x="19636" y="12541"/>
                  </a:cubicBezTo>
                  <a:cubicBezTo>
                    <a:pt x="19636" y="13613"/>
                    <a:pt x="19230" y="14607"/>
                    <a:pt x="18509" y="15329"/>
                  </a:cubicBezTo>
                  <a:moveTo>
                    <a:pt x="17673" y="17767"/>
                  </a:moveTo>
                  <a:cubicBezTo>
                    <a:pt x="17673" y="19114"/>
                    <a:pt x="16647" y="20206"/>
                    <a:pt x="15382" y="20206"/>
                  </a:cubicBezTo>
                  <a:lnTo>
                    <a:pt x="3600" y="20206"/>
                  </a:lnTo>
                  <a:cubicBezTo>
                    <a:pt x="2334" y="20206"/>
                    <a:pt x="1309" y="19114"/>
                    <a:pt x="1309" y="17767"/>
                  </a:cubicBezTo>
                  <a:lnTo>
                    <a:pt x="1309" y="6786"/>
                  </a:lnTo>
                  <a:cubicBezTo>
                    <a:pt x="1931" y="7334"/>
                    <a:pt x="2730" y="7664"/>
                    <a:pt x="3600" y="7664"/>
                  </a:cubicBezTo>
                  <a:lnTo>
                    <a:pt x="14400" y="7664"/>
                  </a:lnTo>
                  <a:lnTo>
                    <a:pt x="17018" y="7664"/>
                  </a:lnTo>
                  <a:cubicBezTo>
                    <a:pt x="17379" y="7664"/>
                    <a:pt x="17673" y="7976"/>
                    <a:pt x="17673" y="8361"/>
                  </a:cubicBezTo>
                  <a:lnTo>
                    <a:pt x="17673" y="9754"/>
                  </a:lnTo>
                  <a:lnTo>
                    <a:pt x="11782" y="9754"/>
                  </a:lnTo>
                  <a:cubicBezTo>
                    <a:pt x="9974" y="9754"/>
                    <a:pt x="8509" y="11314"/>
                    <a:pt x="8509" y="13238"/>
                  </a:cubicBezTo>
                  <a:cubicBezTo>
                    <a:pt x="8509" y="15163"/>
                    <a:pt x="9974" y="16722"/>
                    <a:pt x="11782" y="16722"/>
                  </a:cubicBezTo>
                  <a:lnTo>
                    <a:pt x="17673" y="16722"/>
                  </a:lnTo>
                  <a:cubicBezTo>
                    <a:pt x="17673" y="16722"/>
                    <a:pt x="17673" y="17767"/>
                    <a:pt x="17673" y="17767"/>
                  </a:cubicBezTo>
                  <a:close/>
                  <a:moveTo>
                    <a:pt x="16363" y="5574"/>
                  </a:moveTo>
                  <a:lnTo>
                    <a:pt x="16363" y="6270"/>
                  </a:lnTo>
                  <a:lnTo>
                    <a:pt x="14400" y="6270"/>
                  </a:lnTo>
                  <a:lnTo>
                    <a:pt x="3600" y="6270"/>
                  </a:lnTo>
                  <a:cubicBezTo>
                    <a:pt x="3246" y="6270"/>
                    <a:pt x="2916" y="6179"/>
                    <a:pt x="2617" y="6027"/>
                  </a:cubicBezTo>
                  <a:lnTo>
                    <a:pt x="2617" y="5574"/>
                  </a:lnTo>
                  <a:cubicBezTo>
                    <a:pt x="2617" y="5574"/>
                    <a:pt x="16363" y="5574"/>
                    <a:pt x="16363" y="5574"/>
                  </a:cubicBezTo>
                  <a:close/>
                  <a:moveTo>
                    <a:pt x="16363" y="4877"/>
                  </a:moveTo>
                  <a:lnTo>
                    <a:pt x="2617" y="4877"/>
                  </a:lnTo>
                  <a:lnTo>
                    <a:pt x="2617" y="4180"/>
                  </a:lnTo>
                  <a:lnTo>
                    <a:pt x="16363" y="4180"/>
                  </a:lnTo>
                  <a:cubicBezTo>
                    <a:pt x="16363" y="4180"/>
                    <a:pt x="16363" y="4877"/>
                    <a:pt x="16363" y="4877"/>
                  </a:cubicBezTo>
                  <a:close/>
                  <a:moveTo>
                    <a:pt x="16363" y="3483"/>
                  </a:moveTo>
                  <a:lnTo>
                    <a:pt x="2617" y="3483"/>
                  </a:lnTo>
                  <a:lnTo>
                    <a:pt x="2617" y="2787"/>
                  </a:lnTo>
                  <a:lnTo>
                    <a:pt x="16363" y="2787"/>
                  </a:lnTo>
                  <a:cubicBezTo>
                    <a:pt x="16363" y="2787"/>
                    <a:pt x="16363" y="3483"/>
                    <a:pt x="16363" y="3483"/>
                  </a:cubicBezTo>
                  <a:close/>
                  <a:moveTo>
                    <a:pt x="3600" y="1393"/>
                  </a:moveTo>
                  <a:lnTo>
                    <a:pt x="14400" y="1393"/>
                  </a:lnTo>
                  <a:lnTo>
                    <a:pt x="17018" y="1393"/>
                  </a:lnTo>
                  <a:cubicBezTo>
                    <a:pt x="17379" y="1393"/>
                    <a:pt x="17673" y="1705"/>
                    <a:pt x="17673" y="2090"/>
                  </a:cubicBezTo>
                  <a:lnTo>
                    <a:pt x="17673" y="3832"/>
                  </a:lnTo>
                  <a:lnTo>
                    <a:pt x="17673" y="4180"/>
                  </a:lnTo>
                  <a:lnTo>
                    <a:pt x="17673" y="6398"/>
                  </a:lnTo>
                  <a:cubicBezTo>
                    <a:pt x="17466" y="6321"/>
                    <a:pt x="17249" y="6270"/>
                    <a:pt x="17018" y="6270"/>
                  </a:cubicBezTo>
                  <a:lnTo>
                    <a:pt x="17018" y="5574"/>
                  </a:lnTo>
                  <a:lnTo>
                    <a:pt x="17018" y="4180"/>
                  </a:lnTo>
                  <a:lnTo>
                    <a:pt x="17018" y="2787"/>
                  </a:lnTo>
                  <a:cubicBezTo>
                    <a:pt x="17018" y="2401"/>
                    <a:pt x="16724" y="2090"/>
                    <a:pt x="16363" y="2090"/>
                  </a:cubicBezTo>
                  <a:lnTo>
                    <a:pt x="2617" y="2090"/>
                  </a:lnTo>
                  <a:cubicBezTo>
                    <a:pt x="2256" y="2090"/>
                    <a:pt x="1963" y="2401"/>
                    <a:pt x="1963" y="2787"/>
                  </a:cubicBezTo>
                  <a:lnTo>
                    <a:pt x="1963" y="4180"/>
                  </a:lnTo>
                  <a:lnTo>
                    <a:pt x="1963" y="5534"/>
                  </a:lnTo>
                  <a:cubicBezTo>
                    <a:pt x="1559" y="5094"/>
                    <a:pt x="1309" y="4495"/>
                    <a:pt x="1309" y="3832"/>
                  </a:cubicBezTo>
                  <a:cubicBezTo>
                    <a:pt x="1309" y="2485"/>
                    <a:pt x="2334" y="1393"/>
                    <a:pt x="3600" y="1393"/>
                  </a:cubicBezTo>
                  <a:moveTo>
                    <a:pt x="18983" y="8361"/>
                  </a:moveTo>
                  <a:lnTo>
                    <a:pt x="18982" y="8361"/>
                  </a:lnTo>
                  <a:lnTo>
                    <a:pt x="18982" y="4180"/>
                  </a:lnTo>
                  <a:lnTo>
                    <a:pt x="18982" y="3832"/>
                  </a:lnTo>
                  <a:lnTo>
                    <a:pt x="18982" y="2090"/>
                  </a:lnTo>
                  <a:cubicBezTo>
                    <a:pt x="18982" y="935"/>
                    <a:pt x="18102" y="0"/>
                    <a:pt x="17018" y="0"/>
                  </a:cubicBezTo>
                  <a:lnTo>
                    <a:pt x="14400" y="0"/>
                  </a:lnTo>
                  <a:lnTo>
                    <a:pt x="3600" y="0"/>
                  </a:lnTo>
                  <a:cubicBezTo>
                    <a:pt x="1614" y="0"/>
                    <a:pt x="0" y="1719"/>
                    <a:pt x="0" y="3832"/>
                  </a:cubicBezTo>
                  <a:lnTo>
                    <a:pt x="0" y="17767"/>
                  </a:lnTo>
                  <a:cubicBezTo>
                    <a:pt x="0" y="19880"/>
                    <a:pt x="1614" y="21600"/>
                    <a:pt x="3600" y="21600"/>
                  </a:cubicBezTo>
                  <a:lnTo>
                    <a:pt x="15382" y="21600"/>
                  </a:lnTo>
                  <a:cubicBezTo>
                    <a:pt x="17366" y="21600"/>
                    <a:pt x="18982" y="19880"/>
                    <a:pt x="18982" y="17767"/>
                  </a:cubicBezTo>
                  <a:lnTo>
                    <a:pt x="18982" y="16722"/>
                  </a:lnTo>
                  <a:lnTo>
                    <a:pt x="18983" y="16722"/>
                  </a:lnTo>
                  <a:cubicBezTo>
                    <a:pt x="21600" y="14631"/>
                    <a:pt x="21600" y="10452"/>
                    <a:pt x="18983" y="8361"/>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mn-ea"/>
                <a:cs typeface="+mn-cs"/>
              </a:endParaRPr>
            </a:p>
          </p:txBody>
        </p:sp>
      </p:grpSp>
      <p:grpSp>
        <p:nvGrpSpPr>
          <p:cNvPr id="22" name="组合 21">
            <a:extLst>
              <a:ext uri="{FF2B5EF4-FFF2-40B4-BE49-F238E27FC236}">
                <a16:creationId xmlns:a16="http://schemas.microsoft.com/office/drawing/2014/main" id="{065294E8-7B4B-40AA-893C-45C530A83B20}"/>
              </a:ext>
            </a:extLst>
          </p:cNvPr>
          <p:cNvGrpSpPr/>
          <p:nvPr/>
        </p:nvGrpSpPr>
        <p:grpSpPr>
          <a:xfrm>
            <a:off x="1440230" y="5000477"/>
            <a:ext cx="292495" cy="292995"/>
            <a:chOff x="6113210" y="7202122"/>
            <a:chExt cx="366050" cy="366676"/>
          </a:xfrm>
          <a:solidFill>
            <a:schemeClr val="bg1"/>
          </a:solidFill>
        </p:grpSpPr>
        <p:sp>
          <p:nvSpPr>
            <p:cNvPr id="23" name="AutoShape 18">
              <a:extLst>
                <a:ext uri="{FF2B5EF4-FFF2-40B4-BE49-F238E27FC236}">
                  <a16:creationId xmlns:a16="http://schemas.microsoft.com/office/drawing/2014/main" id="{9A67E317-2103-0297-1F8A-4F95230C338C}"/>
                </a:ext>
              </a:extLst>
            </p:cNvPr>
            <p:cNvSpPr>
              <a:spLocks/>
            </p:cNvSpPr>
            <p:nvPr/>
          </p:nvSpPr>
          <p:spPr bwMode="auto">
            <a:xfrm>
              <a:off x="6113210" y="7202122"/>
              <a:ext cx="366050" cy="36667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799"/>
                  </a:moveTo>
                  <a:cubicBezTo>
                    <a:pt x="20249" y="20048"/>
                    <a:pt x="20048" y="20249"/>
                    <a:pt x="19799" y="20249"/>
                  </a:cubicBezTo>
                  <a:lnTo>
                    <a:pt x="1800" y="20249"/>
                  </a:lnTo>
                  <a:cubicBezTo>
                    <a:pt x="1551" y="20249"/>
                    <a:pt x="1349" y="20048"/>
                    <a:pt x="1349" y="19799"/>
                  </a:cubicBezTo>
                  <a:lnTo>
                    <a:pt x="1349" y="3824"/>
                  </a:lnTo>
                  <a:cubicBezTo>
                    <a:pt x="1349" y="3576"/>
                    <a:pt x="1551" y="3375"/>
                    <a:pt x="1800" y="3375"/>
                  </a:cubicBezTo>
                  <a:lnTo>
                    <a:pt x="4724" y="3375"/>
                  </a:lnTo>
                  <a:lnTo>
                    <a:pt x="4724" y="4725"/>
                  </a:lnTo>
                  <a:cubicBezTo>
                    <a:pt x="4724" y="5098"/>
                    <a:pt x="5027" y="5400"/>
                    <a:pt x="5399" y="5400"/>
                  </a:cubicBezTo>
                  <a:cubicBezTo>
                    <a:pt x="5772" y="5400"/>
                    <a:pt x="6074" y="5098"/>
                    <a:pt x="6074" y="4725"/>
                  </a:cubicBezTo>
                  <a:lnTo>
                    <a:pt x="6074" y="3375"/>
                  </a:lnTo>
                  <a:lnTo>
                    <a:pt x="10124" y="3375"/>
                  </a:lnTo>
                  <a:lnTo>
                    <a:pt x="10124" y="4725"/>
                  </a:lnTo>
                  <a:cubicBezTo>
                    <a:pt x="10124" y="5098"/>
                    <a:pt x="10427" y="5400"/>
                    <a:pt x="10800" y="5400"/>
                  </a:cubicBezTo>
                  <a:cubicBezTo>
                    <a:pt x="11172" y="5400"/>
                    <a:pt x="11474" y="5098"/>
                    <a:pt x="11474" y="4725"/>
                  </a:cubicBezTo>
                  <a:lnTo>
                    <a:pt x="11474" y="3375"/>
                  </a:lnTo>
                  <a:lnTo>
                    <a:pt x="15524" y="3375"/>
                  </a:lnTo>
                  <a:lnTo>
                    <a:pt x="15524" y="4725"/>
                  </a:lnTo>
                  <a:cubicBezTo>
                    <a:pt x="15524" y="5098"/>
                    <a:pt x="15827" y="5400"/>
                    <a:pt x="16199" y="5400"/>
                  </a:cubicBezTo>
                  <a:cubicBezTo>
                    <a:pt x="16572" y="5400"/>
                    <a:pt x="16874" y="5098"/>
                    <a:pt x="16874" y="4725"/>
                  </a:cubicBezTo>
                  <a:lnTo>
                    <a:pt x="16874" y="3375"/>
                  </a:lnTo>
                  <a:lnTo>
                    <a:pt x="19799" y="3375"/>
                  </a:lnTo>
                  <a:cubicBezTo>
                    <a:pt x="20048" y="3375"/>
                    <a:pt x="20249" y="3576"/>
                    <a:pt x="20249" y="3824"/>
                  </a:cubicBezTo>
                  <a:cubicBezTo>
                    <a:pt x="20249" y="3824"/>
                    <a:pt x="20249" y="19799"/>
                    <a:pt x="20249" y="19799"/>
                  </a:cubicBezTo>
                  <a:close/>
                  <a:moveTo>
                    <a:pt x="19799" y="2025"/>
                  </a:moveTo>
                  <a:lnTo>
                    <a:pt x="16874" y="2025"/>
                  </a:lnTo>
                  <a:lnTo>
                    <a:pt x="16874" y="675"/>
                  </a:lnTo>
                  <a:cubicBezTo>
                    <a:pt x="16874" y="301"/>
                    <a:pt x="16572" y="0"/>
                    <a:pt x="16199" y="0"/>
                  </a:cubicBezTo>
                  <a:cubicBezTo>
                    <a:pt x="15827" y="0"/>
                    <a:pt x="15524" y="301"/>
                    <a:pt x="15524" y="675"/>
                  </a:cubicBezTo>
                  <a:lnTo>
                    <a:pt x="15524" y="2025"/>
                  </a:lnTo>
                  <a:lnTo>
                    <a:pt x="11474" y="2025"/>
                  </a:lnTo>
                  <a:lnTo>
                    <a:pt x="11474" y="675"/>
                  </a:lnTo>
                  <a:cubicBezTo>
                    <a:pt x="11474" y="301"/>
                    <a:pt x="11172" y="0"/>
                    <a:pt x="10800" y="0"/>
                  </a:cubicBezTo>
                  <a:cubicBezTo>
                    <a:pt x="10427" y="0"/>
                    <a:pt x="10124" y="301"/>
                    <a:pt x="10124" y="675"/>
                  </a:cubicBezTo>
                  <a:lnTo>
                    <a:pt x="10124" y="2025"/>
                  </a:lnTo>
                  <a:lnTo>
                    <a:pt x="6074" y="2025"/>
                  </a:lnTo>
                  <a:lnTo>
                    <a:pt x="6074" y="675"/>
                  </a:lnTo>
                  <a:cubicBezTo>
                    <a:pt x="6074" y="301"/>
                    <a:pt x="5772" y="0"/>
                    <a:pt x="5399" y="0"/>
                  </a:cubicBezTo>
                  <a:cubicBezTo>
                    <a:pt x="5027" y="0"/>
                    <a:pt x="4724" y="301"/>
                    <a:pt x="4724" y="675"/>
                  </a:cubicBezTo>
                  <a:lnTo>
                    <a:pt x="4724" y="2025"/>
                  </a:lnTo>
                  <a:lnTo>
                    <a:pt x="1800" y="2025"/>
                  </a:lnTo>
                  <a:cubicBezTo>
                    <a:pt x="805" y="2025"/>
                    <a:pt x="0" y="2830"/>
                    <a:pt x="0" y="3824"/>
                  </a:cubicBezTo>
                  <a:lnTo>
                    <a:pt x="0" y="19799"/>
                  </a:lnTo>
                  <a:cubicBezTo>
                    <a:pt x="0" y="20793"/>
                    <a:pt x="805" y="21599"/>
                    <a:pt x="1800" y="21599"/>
                  </a:cubicBezTo>
                  <a:lnTo>
                    <a:pt x="19799" y="21599"/>
                  </a:lnTo>
                  <a:cubicBezTo>
                    <a:pt x="20794" y="21599"/>
                    <a:pt x="21600" y="20793"/>
                    <a:pt x="21600" y="19799"/>
                  </a:cubicBezTo>
                  <a:lnTo>
                    <a:pt x="21600" y="3824"/>
                  </a:lnTo>
                  <a:cubicBezTo>
                    <a:pt x="21600" y="2830"/>
                    <a:pt x="20794" y="2025"/>
                    <a:pt x="19799" y="2025"/>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24" name="AutoShape 19">
              <a:extLst>
                <a:ext uri="{FF2B5EF4-FFF2-40B4-BE49-F238E27FC236}">
                  <a16:creationId xmlns:a16="http://schemas.microsoft.com/office/drawing/2014/main" id="{8F07BD0E-D71B-E07F-C16C-F470AFF736F5}"/>
                </a:ext>
              </a:extLst>
            </p:cNvPr>
            <p:cNvSpPr>
              <a:spLocks/>
            </p:cNvSpPr>
            <p:nvPr/>
          </p:nvSpPr>
          <p:spPr bwMode="auto">
            <a:xfrm>
              <a:off x="6193303" y="7339783"/>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25" name="AutoShape 20">
              <a:extLst>
                <a:ext uri="{FF2B5EF4-FFF2-40B4-BE49-F238E27FC236}">
                  <a16:creationId xmlns:a16="http://schemas.microsoft.com/office/drawing/2014/main" id="{7F2D24AD-111B-4273-DB35-44F476A6156A}"/>
                </a:ext>
              </a:extLst>
            </p:cNvPr>
            <p:cNvSpPr>
              <a:spLocks/>
            </p:cNvSpPr>
            <p:nvPr/>
          </p:nvSpPr>
          <p:spPr bwMode="auto">
            <a:xfrm>
              <a:off x="6193303" y="7396725"/>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26" name="AutoShape 21">
              <a:extLst>
                <a:ext uri="{FF2B5EF4-FFF2-40B4-BE49-F238E27FC236}">
                  <a16:creationId xmlns:a16="http://schemas.microsoft.com/office/drawing/2014/main" id="{068A2537-C960-4DCA-5A21-6249C145CCFB}"/>
                </a:ext>
              </a:extLst>
            </p:cNvPr>
            <p:cNvSpPr>
              <a:spLocks/>
            </p:cNvSpPr>
            <p:nvPr/>
          </p:nvSpPr>
          <p:spPr bwMode="auto">
            <a:xfrm>
              <a:off x="6193303" y="7454292"/>
              <a:ext cx="45678" cy="337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27" name="AutoShape 22">
              <a:extLst>
                <a:ext uri="{FF2B5EF4-FFF2-40B4-BE49-F238E27FC236}">
                  <a16:creationId xmlns:a16="http://schemas.microsoft.com/office/drawing/2014/main" id="{433DA617-7E75-EC1F-9BF9-0D3AE5467AB5}"/>
                </a:ext>
              </a:extLst>
            </p:cNvPr>
            <p:cNvSpPr>
              <a:spLocks/>
            </p:cNvSpPr>
            <p:nvPr/>
          </p:nvSpPr>
          <p:spPr bwMode="auto">
            <a:xfrm>
              <a:off x="6273396" y="7454292"/>
              <a:ext cx="45678" cy="337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28" name="AutoShape 23">
              <a:extLst>
                <a:ext uri="{FF2B5EF4-FFF2-40B4-BE49-F238E27FC236}">
                  <a16:creationId xmlns:a16="http://schemas.microsoft.com/office/drawing/2014/main" id="{8B0B026F-CBFA-3D5F-B996-660703B16095}"/>
                </a:ext>
              </a:extLst>
            </p:cNvPr>
            <p:cNvSpPr>
              <a:spLocks/>
            </p:cNvSpPr>
            <p:nvPr/>
          </p:nvSpPr>
          <p:spPr bwMode="auto">
            <a:xfrm>
              <a:off x="6273396" y="7396725"/>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29" name="AutoShape 24">
              <a:extLst>
                <a:ext uri="{FF2B5EF4-FFF2-40B4-BE49-F238E27FC236}">
                  <a16:creationId xmlns:a16="http://schemas.microsoft.com/office/drawing/2014/main" id="{A7E9B612-CE45-0480-A8AF-0B60330024EF}"/>
                </a:ext>
              </a:extLst>
            </p:cNvPr>
            <p:cNvSpPr>
              <a:spLocks/>
            </p:cNvSpPr>
            <p:nvPr/>
          </p:nvSpPr>
          <p:spPr bwMode="auto">
            <a:xfrm>
              <a:off x="6273396" y="7339783"/>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30" name="AutoShape 25">
              <a:extLst>
                <a:ext uri="{FF2B5EF4-FFF2-40B4-BE49-F238E27FC236}">
                  <a16:creationId xmlns:a16="http://schemas.microsoft.com/office/drawing/2014/main" id="{D194E175-E674-BD06-0F0E-11E8005EDCB7}"/>
                </a:ext>
              </a:extLst>
            </p:cNvPr>
            <p:cNvSpPr>
              <a:spLocks/>
            </p:cNvSpPr>
            <p:nvPr/>
          </p:nvSpPr>
          <p:spPr bwMode="auto">
            <a:xfrm>
              <a:off x="6353490" y="7454292"/>
              <a:ext cx="45678" cy="337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31" name="AutoShape 26">
              <a:extLst>
                <a:ext uri="{FF2B5EF4-FFF2-40B4-BE49-F238E27FC236}">
                  <a16:creationId xmlns:a16="http://schemas.microsoft.com/office/drawing/2014/main" id="{879839A6-609E-815F-2C57-9DFED179EFF9}"/>
                </a:ext>
              </a:extLst>
            </p:cNvPr>
            <p:cNvSpPr>
              <a:spLocks/>
            </p:cNvSpPr>
            <p:nvPr/>
          </p:nvSpPr>
          <p:spPr bwMode="auto">
            <a:xfrm>
              <a:off x="6353490" y="7396725"/>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32" name="AutoShape 27">
              <a:extLst>
                <a:ext uri="{FF2B5EF4-FFF2-40B4-BE49-F238E27FC236}">
                  <a16:creationId xmlns:a16="http://schemas.microsoft.com/office/drawing/2014/main" id="{A7456BE7-FE7C-EA1E-6A4B-C46AA62A5976}"/>
                </a:ext>
              </a:extLst>
            </p:cNvPr>
            <p:cNvSpPr>
              <a:spLocks/>
            </p:cNvSpPr>
            <p:nvPr/>
          </p:nvSpPr>
          <p:spPr bwMode="auto">
            <a:xfrm>
              <a:off x="6353490" y="7339783"/>
              <a:ext cx="45678" cy="344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grpSp>
      <p:grpSp>
        <p:nvGrpSpPr>
          <p:cNvPr id="33" name="组合 32">
            <a:extLst>
              <a:ext uri="{FF2B5EF4-FFF2-40B4-BE49-F238E27FC236}">
                <a16:creationId xmlns:a16="http://schemas.microsoft.com/office/drawing/2014/main" id="{B404A058-580A-2F0A-AA0D-727D8D696400}"/>
              </a:ext>
            </a:extLst>
          </p:cNvPr>
          <p:cNvGrpSpPr/>
          <p:nvPr/>
        </p:nvGrpSpPr>
        <p:grpSpPr>
          <a:xfrm>
            <a:off x="1426638" y="3599664"/>
            <a:ext cx="269433" cy="248707"/>
            <a:chOff x="8745538" y="2649538"/>
            <a:chExt cx="309563" cy="285750"/>
          </a:xfrm>
          <a:solidFill>
            <a:schemeClr val="bg1"/>
          </a:solidFill>
        </p:grpSpPr>
        <p:sp>
          <p:nvSpPr>
            <p:cNvPr id="34" name="Freeform 313">
              <a:extLst>
                <a:ext uri="{FF2B5EF4-FFF2-40B4-BE49-F238E27FC236}">
                  <a16:creationId xmlns:a16="http://schemas.microsoft.com/office/drawing/2014/main" id="{0984F67E-7013-1EFA-FBA0-D563110F24FD}"/>
                </a:ext>
              </a:extLst>
            </p:cNvPr>
            <p:cNvSpPr>
              <a:spLocks/>
            </p:cNvSpPr>
            <p:nvPr/>
          </p:nvSpPr>
          <p:spPr bwMode="auto">
            <a:xfrm>
              <a:off x="8745538" y="2649538"/>
              <a:ext cx="309563" cy="238125"/>
            </a:xfrm>
            <a:custGeom>
              <a:avLst/>
              <a:gdLst>
                <a:gd name="T0" fmla="*/ 197 w 198"/>
                <a:gd name="T1" fmla="*/ 0 h 152"/>
                <a:gd name="T2" fmla="*/ 195 w 198"/>
                <a:gd name="T3" fmla="*/ 0 h 152"/>
                <a:gd name="T4" fmla="*/ 1 w 198"/>
                <a:gd name="T5" fmla="*/ 99 h 152"/>
                <a:gd name="T6" fmla="*/ 0 w 198"/>
                <a:gd name="T7" fmla="*/ 101 h 152"/>
                <a:gd name="T8" fmla="*/ 2 w 198"/>
                <a:gd name="T9" fmla="*/ 103 h 152"/>
                <a:gd name="T10" fmla="*/ 67 w 198"/>
                <a:gd name="T11" fmla="*/ 124 h 152"/>
                <a:gd name="T12" fmla="*/ 68 w 198"/>
                <a:gd name="T13" fmla="*/ 123 h 152"/>
                <a:gd name="T14" fmla="*/ 158 w 198"/>
                <a:gd name="T15" fmla="*/ 42 h 152"/>
                <a:gd name="T16" fmla="*/ 87 w 198"/>
                <a:gd name="T17" fmla="*/ 127 h 152"/>
                <a:gd name="T18" fmla="*/ 86 w 198"/>
                <a:gd name="T19" fmla="*/ 129 h 152"/>
                <a:gd name="T20" fmla="*/ 88 w 198"/>
                <a:gd name="T21" fmla="*/ 130 h 152"/>
                <a:gd name="T22" fmla="*/ 160 w 198"/>
                <a:gd name="T23" fmla="*/ 152 h 152"/>
                <a:gd name="T24" fmla="*/ 160 w 198"/>
                <a:gd name="T25" fmla="*/ 152 h 152"/>
                <a:gd name="T26" fmla="*/ 161 w 198"/>
                <a:gd name="T27" fmla="*/ 152 h 152"/>
                <a:gd name="T28" fmla="*/ 162 w 198"/>
                <a:gd name="T29" fmla="*/ 151 h 152"/>
                <a:gd name="T30" fmla="*/ 198 w 198"/>
                <a:gd name="T31" fmla="*/ 2 h 152"/>
                <a:gd name="T32" fmla="*/ 197 w 198"/>
                <a:gd name="T33"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8" h="152">
                  <a:moveTo>
                    <a:pt x="197" y="0"/>
                  </a:moveTo>
                  <a:cubicBezTo>
                    <a:pt x="197" y="0"/>
                    <a:pt x="196" y="0"/>
                    <a:pt x="195" y="0"/>
                  </a:cubicBezTo>
                  <a:cubicBezTo>
                    <a:pt x="1" y="99"/>
                    <a:pt x="1" y="99"/>
                    <a:pt x="1" y="99"/>
                  </a:cubicBezTo>
                  <a:cubicBezTo>
                    <a:pt x="1" y="100"/>
                    <a:pt x="0" y="100"/>
                    <a:pt x="0" y="101"/>
                  </a:cubicBezTo>
                  <a:cubicBezTo>
                    <a:pt x="0" y="102"/>
                    <a:pt x="1" y="103"/>
                    <a:pt x="2" y="103"/>
                  </a:cubicBezTo>
                  <a:cubicBezTo>
                    <a:pt x="67" y="124"/>
                    <a:pt x="67" y="124"/>
                    <a:pt x="67" y="124"/>
                  </a:cubicBezTo>
                  <a:cubicBezTo>
                    <a:pt x="67" y="124"/>
                    <a:pt x="68" y="124"/>
                    <a:pt x="68" y="123"/>
                  </a:cubicBezTo>
                  <a:cubicBezTo>
                    <a:pt x="158" y="42"/>
                    <a:pt x="158" y="42"/>
                    <a:pt x="158" y="42"/>
                  </a:cubicBezTo>
                  <a:cubicBezTo>
                    <a:pt x="87" y="127"/>
                    <a:pt x="87" y="127"/>
                    <a:pt x="87" y="127"/>
                  </a:cubicBezTo>
                  <a:cubicBezTo>
                    <a:pt x="86" y="128"/>
                    <a:pt x="86" y="128"/>
                    <a:pt x="86" y="129"/>
                  </a:cubicBezTo>
                  <a:cubicBezTo>
                    <a:pt x="86" y="130"/>
                    <a:pt x="87" y="130"/>
                    <a:pt x="88" y="130"/>
                  </a:cubicBezTo>
                  <a:cubicBezTo>
                    <a:pt x="160" y="152"/>
                    <a:pt x="160" y="152"/>
                    <a:pt x="160" y="152"/>
                  </a:cubicBezTo>
                  <a:cubicBezTo>
                    <a:pt x="160" y="152"/>
                    <a:pt x="160" y="152"/>
                    <a:pt x="160" y="152"/>
                  </a:cubicBezTo>
                  <a:cubicBezTo>
                    <a:pt x="161" y="152"/>
                    <a:pt x="161" y="152"/>
                    <a:pt x="161" y="152"/>
                  </a:cubicBezTo>
                  <a:cubicBezTo>
                    <a:pt x="162" y="152"/>
                    <a:pt x="162" y="151"/>
                    <a:pt x="162" y="151"/>
                  </a:cubicBezTo>
                  <a:cubicBezTo>
                    <a:pt x="198" y="2"/>
                    <a:pt x="198" y="2"/>
                    <a:pt x="198" y="2"/>
                  </a:cubicBezTo>
                  <a:cubicBezTo>
                    <a:pt x="198" y="2"/>
                    <a:pt x="198" y="1"/>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35" name="Freeform 314">
              <a:extLst>
                <a:ext uri="{FF2B5EF4-FFF2-40B4-BE49-F238E27FC236}">
                  <a16:creationId xmlns:a16="http://schemas.microsoft.com/office/drawing/2014/main" id="{F6811870-2D67-B3A2-BEFF-DFF912A76E4C}"/>
                </a:ext>
              </a:extLst>
            </p:cNvPr>
            <p:cNvSpPr>
              <a:spLocks/>
            </p:cNvSpPr>
            <p:nvPr/>
          </p:nvSpPr>
          <p:spPr bwMode="auto">
            <a:xfrm>
              <a:off x="8880476" y="2868613"/>
              <a:ext cx="36513" cy="66675"/>
            </a:xfrm>
            <a:custGeom>
              <a:avLst/>
              <a:gdLst>
                <a:gd name="T0" fmla="*/ 23 w 24"/>
                <a:gd name="T1" fmla="*/ 6 h 42"/>
                <a:gd name="T2" fmla="*/ 3 w 24"/>
                <a:gd name="T3" fmla="*/ 0 h 42"/>
                <a:gd name="T4" fmla="*/ 1 w 24"/>
                <a:gd name="T5" fmla="*/ 0 h 42"/>
                <a:gd name="T6" fmla="*/ 0 w 24"/>
                <a:gd name="T7" fmla="*/ 2 h 42"/>
                <a:gd name="T8" fmla="*/ 0 w 24"/>
                <a:gd name="T9" fmla="*/ 40 h 42"/>
                <a:gd name="T10" fmla="*/ 2 w 24"/>
                <a:gd name="T11" fmla="*/ 41 h 42"/>
                <a:gd name="T12" fmla="*/ 2 w 24"/>
                <a:gd name="T13" fmla="*/ 42 h 42"/>
                <a:gd name="T14" fmla="*/ 4 w 24"/>
                <a:gd name="T15" fmla="*/ 41 h 42"/>
                <a:gd name="T16" fmla="*/ 24 w 24"/>
                <a:gd name="T17" fmla="*/ 9 h 42"/>
                <a:gd name="T18" fmla="*/ 24 w 24"/>
                <a:gd name="T19" fmla="*/ 7 h 42"/>
                <a:gd name="T20" fmla="*/ 23 w 24"/>
                <a:gd name="T21" fmla="*/ 6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42">
                  <a:moveTo>
                    <a:pt x="23" y="6"/>
                  </a:moveTo>
                  <a:cubicBezTo>
                    <a:pt x="3" y="0"/>
                    <a:pt x="3" y="0"/>
                    <a:pt x="3" y="0"/>
                  </a:cubicBezTo>
                  <a:cubicBezTo>
                    <a:pt x="2" y="0"/>
                    <a:pt x="1" y="0"/>
                    <a:pt x="1" y="0"/>
                  </a:cubicBezTo>
                  <a:cubicBezTo>
                    <a:pt x="0" y="1"/>
                    <a:pt x="0" y="1"/>
                    <a:pt x="0" y="2"/>
                  </a:cubicBezTo>
                  <a:cubicBezTo>
                    <a:pt x="0" y="40"/>
                    <a:pt x="0" y="40"/>
                    <a:pt x="0" y="40"/>
                  </a:cubicBezTo>
                  <a:cubicBezTo>
                    <a:pt x="0" y="40"/>
                    <a:pt x="1" y="41"/>
                    <a:pt x="2" y="41"/>
                  </a:cubicBezTo>
                  <a:cubicBezTo>
                    <a:pt x="2" y="42"/>
                    <a:pt x="2" y="42"/>
                    <a:pt x="2" y="42"/>
                  </a:cubicBezTo>
                  <a:cubicBezTo>
                    <a:pt x="3" y="42"/>
                    <a:pt x="3" y="41"/>
                    <a:pt x="4" y="41"/>
                  </a:cubicBezTo>
                  <a:cubicBezTo>
                    <a:pt x="24" y="9"/>
                    <a:pt x="24" y="9"/>
                    <a:pt x="24" y="9"/>
                  </a:cubicBezTo>
                  <a:cubicBezTo>
                    <a:pt x="24" y="9"/>
                    <a:pt x="24" y="8"/>
                    <a:pt x="24" y="7"/>
                  </a:cubicBezTo>
                  <a:cubicBezTo>
                    <a:pt x="24" y="7"/>
                    <a:pt x="23" y="6"/>
                    <a:pt x="2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grpSp>
      <p:sp>
        <p:nvSpPr>
          <p:cNvPr id="36" name="文本框 35">
            <a:extLst>
              <a:ext uri="{FF2B5EF4-FFF2-40B4-BE49-F238E27FC236}">
                <a16:creationId xmlns:a16="http://schemas.microsoft.com/office/drawing/2014/main" id="{B82CE672-98E4-9C99-8E12-0228E0DBFDAD}"/>
              </a:ext>
            </a:extLst>
          </p:cNvPr>
          <p:cNvSpPr txBox="1"/>
          <p:nvPr/>
        </p:nvSpPr>
        <p:spPr>
          <a:xfrm>
            <a:off x="1822420" y="5247562"/>
            <a:ext cx="2240828" cy="745589"/>
          </a:xfrm>
          <a:prstGeom prst="rect">
            <a:avLst/>
          </a:prstGeom>
          <a:noFill/>
        </p:spPr>
        <p:txBody>
          <a:bodyPr wrap="square">
            <a:spAutoFit/>
          </a:bodyPr>
          <a:lstStyle/>
          <a:p>
            <a:pPr algn="just">
              <a:lnSpc>
                <a:spcPct val="150000"/>
              </a:lnSpc>
            </a:pPr>
            <a:r>
              <a:rPr lang="zh-CN" altLang="en-US" sz="1000" dirty="0">
                <a:solidFill>
                  <a:schemeClr val="bg1"/>
                </a:solidFill>
                <a:latin typeface="+mn-ea"/>
              </a:rPr>
              <a:t>点此输入内容或者复制您的内容在这里，通过复制您的文本后点此输入内容或者复制您的内容在这里</a:t>
            </a:r>
          </a:p>
        </p:txBody>
      </p:sp>
      <p:sp>
        <p:nvSpPr>
          <p:cNvPr id="37" name="文本框 36">
            <a:extLst>
              <a:ext uri="{FF2B5EF4-FFF2-40B4-BE49-F238E27FC236}">
                <a16:creationId xmlns:a16="http://schemas.microsoft.com/office/drawing/2014/main" id="{FFFE2275-8979-240A-009B-A1F6305261FE}"/>
              </a:ext>
            </a:extLst>
          </p:cNvPr>
          <p:cNvSpPr txBox="1"/>
          <p:nvPr/>
        </p:nvSpPr>
        <p:spPr>
          <a:xfrm>
            <a:off x="1822419" y="4950671"/>
            <a:ext cx="1261884" cy="307777"/>
          </a:xfrm>
          <a:prstGeom prst="rect">
            <a:avLst/>
          </a:prstGeom>
          <a:noFill/>
        </p:spPr>
        <p:txBody>
          <a:bodyPr wrap="none" rtlCol="0">
            <a:spAutoFit/>
          </a:bodyPr>
          <a:lstStyle/>
          <a:p>
            <a:r>
              <a:rPr kumimoji="1" lang="zh-CN" altLang="en-US" sz="1400" dirty="0">
                <a:solidFill>
                  <a:schemeClr val="bg1"/>
                </a:solidFill>
                <a:latin typeface="+mj-ea"/>
                <a:ea typeface="+mj-ea"/>
              </a:rPr>
              <a:t>标题文字内容</a:t>
            </a:r>
          </a:p>
        </p:txBody>
      </p:sp>
      <p:sp>
        <p:nvSpPr>
          <p:cNvPr id="38" name="文本框 37">
            <a:extLst>
              <a:ext uri="{FF2B5EF4-FFF2-40B4-BE49-F238E27FC236}">
                <a16:creationId xmlns:a16="http://schemas.microsoft.com/office/drawing/2014/main" id="{41E8D6AC-B889-C9FE-BD0E-5B8A13B9907E}"/>
              </a:ext>
            </a:extLst>
          </p:cNvPr>
          <p:cNvSpPr txBox="1"/>
          <p:nvPr/>
        </p:nvSpPr>
        <p:spPr>
          <a:xfrm>
            <a:off x="4857844" y="3788876"/>
            <a:ext cx="2240828" cy="745589"/>
          </a:xfrm>
          <a:prstGeom prst="rect">
            <a:avLst/>
          </a:prstGeom>
          <a:noFill/>
        </p:spPr>
        <p:txBody>
          <a:bodyPr wrap="square">
            <a:spAutoFit/>
          </a:bodyPr>
          <a:lstStyle/>
          <a:p>
            <a:pPr algn="just">
              <a:lnSpc>
                <a:spcPct val="150000"/>
              </a:lnSpc>
            </a:pPr>
            <a:r>
              <a:rPr lang="zh-CN" altLang="en-US" sz="1000" dirty="0">
                <a:solidFill>
                  <a:schemeClr val="bg1"/>
                </a:solidFill>
                <a:latin typeface="+mn-ea"/>
              </a:rPr>
              <a:t>点此输入内容或者复制您的内容在这里，通过复制您的文本后点此输入内容或者复制您的内容在这里</a:t>
            </a:r>
          </a:p>
        </p:txBody>
      </p:sp>
      <p:sp>
        <p:nvSpPr>
          <p:cNvPr id="39" name="文本框 38">
            <a:extLst>
              <a:ext uri="{FF2B5EF4-FFF2-40B4-BE49-F238E27FC236}">
                <a16:creationId xmlns:a16="http://schemas.microsoft.com/office/drawing/2014/main" id="{287AC20D-8574-BD91-5D1F-77B7774651FE}"/>
              </a:ext>
            </a:extLst>
          </p:cNvPr>
          <p:cNvSpPr txBox="1"/>
          <p:nvPr/>
        </p:nvSpPr>
        <p:spPr>
          <a:xfrm>
            <a:off x="4857843" y="3491985"/>
            <a:ext cx="1261884" cy="307777"/>
          </a:xfrm>
          <a:prstGeom prst="rect">
            <a:avLst/>
          </a:prstGeom>
          <a:noFill/>
        </p:spPr>
        <p:txBody>
          <a:bodyPr wrap="none" rtlCol="0">
            <a:spAutoFit/>
          </a:bodyPr>
          <a:lstStyle/>
          <a:p>
            <a:r>
              <a:rPr kumimoji="1" lang="zh-CN" altLang="en-US" sz="1400" dirty="0">
                <a:solidFill>
                  <a:schemeClr val="bg1"/>
                </a:solidFill>
                <a:latin typeface="+mj-ea"/>
                <a:ea typeface="+mj-ea"/>
              </a:rPr>
              <a:t>标题文字内容</a:t>
            </a:r>
          </a:p>
        </p:txBody>
      </p:sp>
      <p:sp>
        <p:nvSpPr>
          <p:cNvPr id="40" name="文本框 39">
            <a:extLst>
              <a:ext uri="{FF2B5EF4-FFF2-40B4-BE49-F238E27FC236}">
                <a16:creationId xmlns:a16="http://schemas.microsoft.com/office/drawing/2014/main" id="{C614DCEC-6553-29B6-A047-9728E1C97FC5}"/>
              </a:ext>
            </a:extLst>
          </p:cNvPr>
          <p:cNvSpPr txBox="1"/>
          <p:nvPr/>
        </p:nvSpPr>
        <p:spPr>
          <a:xfrm>
            <a:off x="4857844" y="5247562"/>
            <a:ext cx="2240828" cy="745589"/>
          </a:xfrm>
          <a:prstGeom prst="rect">
            <a:avLst/>
          </a:prstGeom>
          <a:noFill/>
        </p:spPr>
        <p:txBody>
          <a:bodyPr wrap="square">
            <a:spAutoFit/>
          </a:bodyPr>
          <a:lstStyle/>
          <a:p>
            <a:pPr algn="just">
              <a:lnSpc>
                <a:spcPct val="150000"/>
              </a:lnSpc>
            </a:pPr>
            <a:r>
              <a:rPr lang="zh-CN" altLang="en-US" sz="1000" dirty="0">
                <a:solidFill>
                  <a:schemeClr val="bg1"/>
                </a:solidFill>
                <a:latin typeface="+mn-ea"/>
              </a:rPr>
              <a:t>点此输入内容或者复制您的内容在这里，通过复制您的文本后点此输入内容或者复制您的内容在这里</a:t>
            </a:r>
          </a:p>
        </p:txBody>
      </p:sp>
      <p:sp>
        <p:nvSpPr>
          <p:cNvPr id="41" name="文本框 40">
            <a:extLst>
              <a:ext uri="{FF2B5EF4-FFF2-40B4-BE49-F238E27FC236}">
                <a16:creationId xmlns:a16="http://schemas.microsoft.com/office/drawing/2014/main" id="{D5556211-DD4D-A816-460F-0B1467750576}"/>
              </a:ext>
            </a:extLst>
          </p:cNvPr>
          <p:cNvSpPr txBox="1"/>
          <p:nvPr/>
        </p:nvSpPr>
        <p:spPr>
          <a:xfrm>
            <a:off x="4857843" y="4950671"/>
            <a:ext cx="1261884" cy="307777"/>
          </a:xfrm>
          <a:prstGeom prst="rect">
            <a:avLst/>
          </a:prstGeom>
          <a:noFill/>
        </p:spPr>
        <p:txBody>
          <a:bodyPr wrap="none" rtlCol="0">
            <a:spAutoFit/>
          </a:bodyPr>
          <a:lstStyle/>
          <a:p>
            <a:r>
              <a:rPr kumimoji="1" lang="zh-CN" altLang="en-US" sz="1400" dirty="0">
                <a:solidFill>
                  <a:schemeClr val="bg1"/>
                </a:solidFill>
                <a:latin typeface="+mj-ea"/>
                <a:ea typeface="+mj-ea"/>
              </a:rPr>
              <a:t>标题文字内容</a:t>
            </a:r>
          </a:p>
        </p:txBody>
      </p:sp>
      <p:cxnSp>
        <p:nvCxnSpPr>
          <p:cNvPr id="42" name="直线连接符 41">
            <a:extLst>
              <a:ext uri="{FF2B5EF4-FFF2-40B4-BE49-F238E27FC236}">
                <a16:creationId xmlns:a16="http://schemas.microsoft.com/office/drawing/2014/main" id="{59C18999-6C14-92A2-BC64-D833D5963B1A}"/>
              </a:ext>
            </a:extLst>
          </p:cNvPr>
          <p:cNvCxnSpPr>
            <a:cxnSpLocks/>
          </p:cNvCxnSpPr>
          <p:nvPr/>
        </p:nvCxnSpPr>
        <p:spPr>
          <a:xfrm>
            <a:off x="1426638" y="3090198"/>
            <a:ext cx="934532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43" name="图片 42" descr="蓝色的高楼&#10;&#10;AI 生成的内容可能不正确。">
            <a:extLst>
              <a:ext uri="{FF2B5EF4-FFF2-40B4-BE49-F238E27FC236}">
                <a16:creationId xmlns:a16="http://schemas.microsoft.com/office/drawing/2014/main" id="{FE829539-D2A5-0CB8-9EFC-815DE7BD5E7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337693" y="662687"/>
            <a:ext cx="3851135" cy="5714995"/>
          </a:xfrm>
          <a:prstGeom prst="rect">
            <a:avLst/>
          </a:prstGeom>
        </p:spPr>
      </p:pic>
    </p:spTree>
    <p:extLst>
      <p:ext uri="{BB962C8B-B14F-4D97-AF65-F5344CB8AC3E}">
        <p14:creationId xmlns:p14="http://schemas.microsoft.com/office/powerpoint/2010/main" val="35236868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heckerboard(across)">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8" presetClass="entr" presetSubtype="12"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strips(downLeft)">
                                      <p:cBhvr>
                                        <p:cTn id="15" dur="500"/>
                                        <p:tgtEl>
                                          <p:spTgt spid="36"/>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12" fill="hold" grpId="0"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strips(downLeft)">
                                      <p:cBhvr>
                                        <p:cTn id="20" dur="500"/>
                                        <p:tgtEl>
                                          <p:spTgt spid="38"/>
                                        </p:tgtEl>
                                      </p:cBhvr>
                                    </p:animEffect>
                                  </p:childTnLst>
                                </p:cTn>
                              </p:par>
                            </p:childTnLst>
                          </p:cTn>
                        </p:par>
                      </p:childTnLst>
                    </p:cTn>
                  </p:par>
                  <p:par>
                    <p:cTn id="21" fill="hold">
                      <p:stCondLst>
                        <p:cond delay="indefinite"/>
                      </p:stCondLst>
                      <p:childTnLst>
                        <p:par>
                          <p:cTn id="22" fill="hold">
                            <p:stCondLst>
                              <p:cond delay="0"/>
                            </p:stCondLst>
                            <p:childTnLst>
                              <p:par>
                                <p:cTn id="23" presetID="18" presetClass="entr" presetSubtype="12" fill="hold" grpId="0" nodeType="click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strips(downLeft)">
                                      <p:cBhvr>
                                        <p:cTn id="2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36" grpId="0"/>
      <p:bldP spid="36" grpId="1"/>
      <p:bldP spid="38" grpId="0"/>
      <p:bldP spid="38" grpId="1"/>
      <p:bldP spid="40" grpId="0"/>
      <p:bldP spid="40"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37254-8D7B-EDFB-39EF-819F98E9FFA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675E0D23-6E27-C95D-9D9B-29B7F9A21AF4}"/>
              </a:ext>
            </a:extLst>
          </p:cNvPr>
          <p:cNvSpPr txBox="1"/>
          <p:nvPr/>
        </p:nvSpPr>
        <p:spPr>
          <a:xfrm>
            <a:off x="181204" y="259385"/>
            <a:ext cx="2550426" cy="646331"/>
          </a:xfrm>
          <a:prstGeom prst="rect">
            <a:avLst/>
          </a:prstGeom>
          <a:noFill/>
        </p:spPr>
        <p:txBody>
          <a:bodyPr wrap="square" rtlCol="0">
            <a:spAutoFit/>
          </a:bodyPr>
          <a:lstStyle/>
          <a:p>
            <a:pPr algn="dist"/>
            <a:r>
              <a:rPr kumimoji="1" lang="zh-CN" altLang="en-US" sz="3600" dirty="0">
                <a:solidFill>
                  <a:schemeClr val="bg1"/>
                </a:soli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成果展示</a:t>
            </a:r>
          </a:p>
        </p:txBody>
      </p:sp>
      <p:sp>
        <p:nvSpPr>
          <p:cNvPr id="3" name="椭圆 2">
            <a:extLst>
              <a:ext uri="{FF2B5EF4-FFF2-40B4-BE49-F238E27FC236}">
                <a16:creationId xmlns:a16="http://schemas.microsoft.com/office/drawing/2014/main" id="{8ED1EB54-CD83-4C00-B761-461798EA9069}"/>
              </a:ext>
            </a:extLst>
          </p:cNvPr>
          <p:cNvSpPr/>
          <p:nvPr/>
        </p:nvSpPr>
        <p:spPr>
          <a:xfrm>
            <a:off x="4161675" y="1624529"/>
            <a:ext cx="4102100" cy="4102100"/>
          </a:xfrm>
          <a:prstGeom prst="ellipse">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a:extLst>
              <a:ext uri="{FF2B5EF4-FFF2-40B4-BE49-F238E27FC236}">
                <a16:creationId xmlns:a16="http://schemas.microsoft.com/office/drawing/2014/main" id="{C78FE68E-B3D7-8FF2-569D-2EAD68FF0FC6}"/>
              </a:ext>
            </a:extLst>
          </p:cNvPr>
          <p:cNvSpPr/>
          <p:nvPr/>
        </p:nvSpPr>
        <p:spPr>
          <a:xfrm>
            <a:off x="3272675" y="2380179"/>
            <a:ext cx="2501900" cy="749300"/>
          </a:xfrm>
          <a:prstGeom prst="rect">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59D2EF24-1C74-AE6F-FADE-025214841B3F}"/>
              </a:ext>
            </a:extLst>
          </p:cNvPr>
          <p:cNvSpPr txBox="1"/>
          <p:nvPr/>
        </p:nvSpPr>
        <p:spPr>
          <a:xfrm>
            <a:off x="3766494" y="2570163"/>
            <a:ext cx="1514261" cy="369332"/>
          </a:xfrm>
          <a:prstGeom prst="rect">
            <a:avLst/>
          </a:prstGeom>
          <a:noFill/>
        </p:spPr>
        <p:txBody>
          <a:bodyPr wrap="none" rtlCol="0">
            <a:spAutoFit/>
          </a:bodyPr>
          <a:lstStyle/>
          <a:p>
            <a:r>
              <a:rPr kumimoji="1" lang="en-US" altLang="zh-CN" dirty="0">
                <a:solidFill>
                  <a:schemeClr val="bg1"/>
                </a:solidFill>
                <a:latin typeface="+mj-ea"/>
                <a:ea typeface="+mj-ea"/>
              </a:rPr>
              <a:t>REPORT-O1</a:t>
            </a:r>
            <a:endParaRPr kumimoji="1" lang="zh-CN" altLang="en-US" dirty="0">
              <a:solidFill>
                <a:schemeClr val="bg1"/>
              </a:solidFill>
              <a:latin typeface="+mj-ea"/>
              <a:ea typeface="+mj-ea"/>
            </a:endParaRPr>
          </a:p>
        </p:txBody>
      </p:sp>
      <p:sp>
        <p:nvSpPr>
          <p:cNvPr id="6" name="文本框 5">
            <a:extLst>
              <a:ext uri="{FF2B5EF4-FFF2-40B4-BE49-F238E27FC236}">
                <a16:creationId xmlns:a16="http://schemas.microsoft.com/office/drawing/2014/main" id="{02EC439F-16AD-63E7-B531-CEA828447C48}"/>
              </a:ext>
            </a:extLst>
          </p:cNvPr>
          <p:cNvSpPr txBox="1"/>
          <p:nvPr/>
        </p:nvSpPr>
        <p:spPr>
          <a:xfrm>
            <a:off x="713625" y="2324007"/>
            <a:ext cx="2370030" cy="1064843"/>
          </a:xfrm>
          <a:prstGeom prst="rect">
            <a:avLst/>
          </a:prstGeom>
          <a:noFill/>
          <a:effectLst/>
        </p:spPr>
        <p:txBody>
          <a:bodyPr wrap="square" rtlCol="0">
            <a:spAutoFit/>
          </a:bodyPr>
          <a:lstStyle/>
          <a:p>
            <a:pPr algn="just">
              <a:lnSpc>
                <a:spcPct val="150000"/>
              </a:lnSpc>
            </a:pPr>
            <a:r>
              <a:rPr lang="zh-CN" altLang="en-US" sz="1100" dirty="0">
                <a:solidFill>
                  <a:schemeClr val="tx1">
                    <a:lumMod val="65000"/>
                    <a:lumOff val="35000"/>
                  </a:schemeClr>
                </a:solidFill>
                <a:latin typeface="+mn-ea"/>
                <a:cs typeface="+mn-ea"/>
                <a:sym typeface="+mn-lt"/>
              </a:rPr>
              <a:t>点击输入简要文字解说，解说文字尽量概括精炼不用多余的文字修饰简洁精准。点击输入简要文字解说，解说文字尽量概括精炼。</a:t>
            </a:r>
            <a:endParaRPr lang="en-US" altLang="zh-CN" sz="1100" dirty="0">
              <a:solidFill>
                <a:schemeClr val="tx1">
                  <a:lumMod val="65000"/>
                  <a:lumOff val="35000"/>
                </a:schemeClr>
              </a:solidFill>
              <a:latin typeface="+mn-ea"/>
              <a:cs typeface="+mn-ea"/>
              <a:sym typeface="+mn-lt"/>
            </a:endParaRPr>
          </a:p>
        </p:txBody>
      </p:sp>
      <p:sp>
        <p:nvSpPr>
          <p:cNvPr id="7" name="矩形 6">
            <a:extLst>
              <a:ext uri="{FF2B5EF4-FFF2-40B4-BE49-F238E27FC236}">
                <a16:creationId xmlns:a16="http://schemas.microsoft.com/office/drawing/2014/main" id="{2F1959CD-93CB-0C01-C93D-B819653AEFB9}"/>
              </a:ext>
            </a:extLst>
          </p:cNvPr>
          <p:cNvSpPr/>
          <p:nvPr/>
        </p:nvSpPr>
        <p:spPr>
          <a:xfrm>
            <a:off x="3272675" y="4448322"/>
            <a:ext cx="2501900" cy="749300"/>
          </a:xfrm>
          <a:prstGeom prst="rect">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57A68FEA-BEA4-3038-9E3A-57F7050FE766}"/>
              </a:ext>
            </a:extLst>
          </p:cNvPr>
          <p:cNvSpPr txBox="1"/>
          <p:nvPr/>
        </p:nvSpPr>
        <p:spPr>
          <a:xfrm>
            <a:off x="3766494" y="4638306"/>
            <a:ext cx="1514261" cy="369332"/>
          </a:xfrm>
          <a:prstGeom prst="rect">
            <a:avLst/>
          </a:prstGeom>
          <a:noFill/>
        </p:spPr>
        <p:txBody>
          <a:bodyPr wrap="none" rtlCol="0">
            <a:spAutoFit/>
          </a:bodyPr>
          <a:lstStyle/>
          <a:p>
            <a:r>
              <a:rPr kumimoji="1" lang="en-US" altLang="zh-CN" dirty="0">
                <a:solidFill>
                  <a:schemeClr val="bg1"/>
                </a:solidFill>
                <a:latin typeface="+mj-ea"/>
                <a:ea typeface="+mj-ea"/>
              </a:rPr>
              <a:t>REPORT-O2</a:t>
            </a:r>
            <a:endParaRPr kumimoji="1" lang="zh-CN" altLang="en-US" dirty="0">
              <a:solidFill>
                <a:schemeClr val="bg1"/>
              </a:solidFill>
              <a:latin typeface="+mj-ea"/>
              <a:ea typeface="+mj-ea"/>
            </a:endParaRPr>
          </a:p>
        </p:txBody>
      </p:sp>
      <p:sp>
        <p:nvSpPr>
          <p:cNvPr id="9" name="文本框 8">
            <a:extLst>
              <a:ext uri="{FF2B5EF4-FFF2-40B4-BE49-F238E27FC236}">
                <a16:creationId xmlns:a16="http://schemas.microsoft.com/office/drawing/2014/main" id="{2A95A8CE-C4F9-7549-ECCB-64CBF36E4EEC}"/>
              </a:ext>
            </a:extLst>
          </p:cNvPr>
          <p:cNvSpPr txBox="1"/>
          <p:nvPr/>
        </p:nvSpPr>
        <p:spPr>
          <a:xfrm>
            <a:off x="713625" y="4392150"/>
            <a:ext cx="2370030" cy="1064843"/>
          </a:xfrm>
          <a:prstGeom prst="rect">
            <a:avLst/>
          </a:prstGeom>
          <a:noFill/>
          <a:effectLst/>
        </p:spPr>
        <p:txBody>
          <a:bodyPr wrap="square" rtlCol="0">
            <a:spAutoFit/>
          </a:bodyPr>
          <a:lstStyle/>
          <a:p>
            <a:pPr algn="just">
              <a:lnSpc>
                <a:spcPct val="150000"/>
              </a:lnSpc>
            </a:pPr>
            <a:r>
              <a:rPr lang="zh-CN" altLang="en-US" sz="1100" dirty="0">
                <a:solidFill>
                  <a:schemeClr val="tx1">
                    <a:lumMod val="65000"/>
                    <a:lumOff val="35000"/>
                  </a:schemeClr>
                </a:solidFill>
                <a:latin typeface="+mn-ea"/>
                <a:cs typeface="+mn-ea"/>
                <a:sym typeface="+mn-lt"/>
              </a:rPr>
              <a:t>点击输入简要文字解说，解说文字尽量概括精炼不用多余的文字修饰简洁精准。点击输入简要文字解说，解说文字尽量概括精炼。</a:t>
            </a:r>
            <a:endParaRPr lang="en-US" altLang="zh-CN" sz="1100" dirty="0">
              <a:solidFill>
                <a:schemeClr val="tx1">
                  <a:lumMod val="65000"/>
                  <a:lumOff val="35000"/>
                </a:schemeClr>
              </a:solidFill>
              <a:latin typeface="+mn-ea"/>
              <a:cs typeface="+mn-ea"/>
              <a:sym typeface="+mn-lt"/>
            </a:endParaRPr>
          </a:p>
        </p:txBody>
      </p:sp>
      <p:sp>
        <p:nvSpPr>
          <p:cNvPr id="10" name="矩形 9">
            <a:extLst>
              <a:ext uri="{FF2B5EF4-FFF2-40B4-BE49-F238E27FC236}">
                <a16:creationId xmlns:a16="http://schemas.microsoft.com/office/drawing/2014/main" id="{D97CEC9D-1AD2-B738-549D-ACC13D0E1B73}"/>
              </a:ext>
            </a:extLst>
          </p:cNvPr>
          <p:cNvSpPr/>
          <p:nvPr/>
        </p:nvSpPr>
        <p:spPr>
          <a:xfrm>
            <a:off x="6536575" y="2380179"/>
            <a:ext cx="2501900" cy="749300"/>
          </a:xfrm>
          <a:prstGeom prst="rect">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653BB65D-BD93-BB65-BB9A-D48049530B4C}"/>
              </a:ext>
            </a:extLst>
          </p:cNvPr>
          <p:cNvSpPr txBox="1"/>
          <p:nvPr/>
        </p:nvSpPr>
        <p:spPr>
          <a:xfrm>
            <a:off x="7030394" y="2570163"/>
            <a:ext cx="1516762" cy="369332"/>
          </a:xfrm>
          <a:prstGeom prst="rect">
            <a:avLst/>
          </a:prstGeom>
          <a:noFill/>
        </p:spPr>
        <p:txBody>
          <a:bodyPr wrap="none" rtlCol="0">
            <a:spAutoFit/>
          </a:bodyPr>
          <a:lstStyle/>
          <a:p>
            <a:r>
              <a:rPr kumimoji="1" lang="en-US" altLang="zh-CN" dirty="0">
                <a:solidFill>
                  <a:schemeClr val="bg1"/>
                </a:solidFill>
                <a:latin typeface="+mj-ea"/>
                <a:ea typeface="+mj-ea"/>
              </a:rPr>
              <a:t>REPORT-O3</a:t>
            </a:r>
            <a:endParaRPr kumimoji="1" lang="zh-CN" altLang="en-US" dirty="0">
              <a:solidFill>
                <a:schemeClr val="bg1"/>
              </a:solidFill>
              <a:latin typeface="+mj-ea"/>
              <a:ea typeface="+mj-ea"/>
            </a:endParaRPr>
          </a:p>
        </p:txBody>
      </p:sp>
      <p:sp>
        <p:nvSpPr>
          <p:cNvPr id="12" name="矩形 11">
            <a:extLst>
              <a:ext uri="{FF2B5EF4-FFF2-40B4-BE49-F238E27FC236}">
                <a16:creationId xmlns:a16="http://schemas.microsoft.com/office/drawing/2014/main" id="{A730C813-6258-A766-6DBC-20601498BC2B}"/>
              </a:ext>
            </a:extLst>
          </p:cNvPr>
          <p:cNvSpPr/>
          <p:nvPr/>
        </p:nvSpPr>
        <p:spPr>
          <a:xfrm>
            <a:off x="6536575" y="4448322"/>
            <a:ext cx="2501900" cy="749300"/>
          </a:xfrm>
          <a:prstGeom prst="rect">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6C59C1EF-D158-54D2-D481-40DACA59FE32}"/>
              </a:ext>
            </a:extLst>
          </p:cNvPr>
          <p:cNvSpPr txBox="1"/>
          <p:nvPr/>
        </p:nvSpPr>
        <p:spPr>
          <a:xfrm>
            <a:off x="7030394" y="4638306"/>
            <a:ext cx="1516762" cy="369332"/>
          </a:xfrm>
          <a:prstGeom prst="rect">
            <a:avLst/>
          </a:prstGeom>
          <a:noFill/>
        </p:spPr>
        <p:txBody>
          <a:bodyPr wrap="none" rtlCol="0">
            <a:spAutoFit/>
          </a:bodyPr>
          <a:lstStyle/>
          <a:p>
            <a:r>
              <a:rPr kumimoji="1" lang="en-US" altLang="zh-CN" dirty="0">
                <a:solidFill>
                  <a:schemeClr val="bg1"/>
                </a:solidFill>
                <a:latin typeface="+mj-ea"/>
                <a:ea typeface="+mj-ea"/>
              </a:rPr>
              <a:t>REPORT-O4</a:t>
            </a:r>
            <a:endParaRPr kumimoji="1" lang="zh-CN" altLang="en-US" dirty="0">
              <a:solidFill>
                <a:schemeClr val="bg1"/>
              </a:solidFill>
              <a:latin typeface="+mj-ea"/>
              <a:ea typeface="+mj-ea"/>
            </a:endParaRPr>
          </a:p>
        </p:txBody>
      </p:sp>
      <p:sp>
        <p:nvSpPr>
          <p:cNvPr id="14" name="文本框 13">
            <a:extLst>
              <a:ext uri="{FF2B5EF4-FFF2-40B4-BE49-F238E27FC236}">
                <a16:creationId xmlns:a16="http://schemas.microsoft.com/office/drawing/2014/main" id="{41B6D88E-F0DF-8BED-28EA-1DFBDA992E1F}"/>
              </a:ext>
            </a:extLst>
          </p:cNvPr>
          <p:cNvSpPr txBox="1"/>
          <p:nvPr/>
        </p:nvSpPr>
        <p:spPr>
          <a:xfrm>
            <a:off x="9202095" y="2324007"/>
            <a:ext cx="2370030" cy="1064843"/>
          </a:xfrm>
          <a:prstGeom prst="rect">
            <a:avLst/>
          </a:prstGeom>
          <a:noFill/>
          <a:effectLst/>
        </p:spPr>
        <p:txBody>
          <a:bodyPr wrap="square" rtlCol="0">
            <a:spAutoFit/>
          </a:bodyPr>
          <a:lstStyle/>
          <a:p>
            <a:pPr algn="just">
              <a:lnSpc>
                <a:spcPct val="150000"/>
              </a:lnSpc>
            </a:pPr>
            <a:r>
              <a:rPr lang="zh-CN" altLang="en-US" sz="1100" dirty="0">
                <a:solidFill>
                  <a:schemeClr val="tx1">
                    <a:lumMod val="65000"/>
                    <a:lumOff val="35000"/>
                  </a:schemeClr>
                </a:solidFill>
                <a:latin typeface="+mn-ea"/>
                <a:cs typeface="+mn-ea"/>
                <a:sym typeface="+mn-lt"/>
              </a:rPr>
              <a:t>点击输入简要文字解说，解说文字尽量概括精炼不用多余的文字修饰简洁精准。点击输入简要文字解说，解说文字尽量概括精炼。</a:t>
            </a:r>
            <a:endParaRPr lang="en-US" altLang="zh-CN" sz="1100" dirty="0">
              <a:solidFill>
                <a:schemeClr val="tx1">
                  <a:lumMod val="65000"/>
                  <a:lumOff val="35000"/>
                </a:schemeClr>
              </a:solidFill>
              <a:latin typeface="+mn-ea"/>
              <a:cs typeface="+mn-ea"/>
              <a:sym typeface="+mn-lt"/>
            </a:endParaRPr>
          </a:p>
        </p:txBody>
      </p:sp>
      <p:sp>
        <p:nvSpPr>
          <p:cNvPr id="15" name="文本框 14">
            <a:extLst>
              <a:ext uri="{FF2B5EF4-FFF2-40B4-BE49-F238E27FC236}">
                <a16:creationId xmlns:a16="http://schemas.microsoft.com/office/drawing/2014/main" id="{F46AC677-3E18-67FC-F367-8C59CA886FF0}"/>
              </a:ext>
            </a:extLst>
          </p:cNvPr>
          <p:cNvSpPr txBox="1"/>
          <p:nvPr/>
        </p:nvSpPr>
        <p:spPr>
          <a:xfrm>
            <a:off x="9202095" y="4392150"/>
            <a:ext cx="2370030" cy="1064843"/>
          </a:xfrm>
          <a:prstGeom prst="rect">
            <a:avLst/>
          </a:prstGeom>
          <a:noFill/>
          <a:effectLst/>
        </p:spPr>
        <p:txBody>
          <a:bodyPr wrap="square" rtlCol="0">
            <a:spAutoFit/>
          </a:bodyPr>
          <a:lstStyle/>
          <a:p>
            <a:pPr algn="just">
              <a:lnSpc>
                <a:spcPct val="150000"/>
              </a:lnSpc>
            </a:pPr>
            <a:r>
              <a:rPr lang="zh-CN" altLang="en-US" sz="1100" dirty="0">
                <a:solidFill>
                  <a:schemeClr val="tx1">
                    <a:lumMod val="65000"/>
                    <a:lumOff val="35000"/>
                  </a:schemeClr>
                </a:solidFill>
                <a:latin typeface="+mn-ea"/>
                <a:cs typeface="+mn-ea"/>
                <a:sym typeface="+mn-lt"/>
              </a:rPr>
              <a:t>点击输入简要文字解说，解说文字尽量概括精炼不用多余的文字修饰简洁精准。点击输入简要文字解说，解说文字尽量概括精炼。</a:t>
            </a:r>
            <a:endParaRPr lang="en-US" altLang="zh-CN" sz="1100" dirty="0">
              <a:solidFill>
                <a:schemeClr val="tx1">
                  <a:lumMod val="65000"/>
                  <a:lumOff val="35000"/>
                </a:schemeClr>
              </a:solidFill>
              <a:latin typeface="+mn-ea"/>
              <a:cs typeface="+mn-ea"/>
              <a:sym typeface="+mn-lt"/>
            </a:endParaRPr>
          </a:p>
        </p:txBody>
      </p:sp>
      <p:sp>
        <p:nvSpPr>
          <p:cNvPr id="16" name="文本框 15">
            <a:extLst>
              <a:ext uri="{FF2B5EF4-FFF2-40B4-BE49-F238E27FC236}">
                <a16:creationId xmlns:a16="http://schemas.microsoft.com/office/drawing/2014/main" id="{A60949F9-AEFB-23FC-B436-66875944F3F3}"/>
              </a:ext>
            </a:extLst>
          </p:cNvPr>
          <p:cNvSpPr txBox="1"/>
          <p:nvPr/>
        </p:nvSpPr>
        <p:spPr>
          <a:xfrm>
            <a:off x="4719367" y="3413969"/>
            <a:ext cx="2986715"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mj-ea"/>
                <a:ea typeface="+mj-ea"/>
              </a:rPr>
              <a:t>2O2X</a:t>
            </a:r>
            <a:r>
              <a:rPr kumimoji="1" lang="zh-CN" altLang="en-US" sz="2800" dirty="0">
                <a:solidFill>
                  <a:schemeClr val="tx1">
                    <a:lumMod val="75000"/>
                    <a:lumOff val="25000"/>
                  </a:schemeClr>
                </a:solidFill>
                <a:latin typeface="+mj-ea"/>
                <a:ea typeface="+mj-ea"/>
              </a:rPr>
              <a:t> </a:t>
            </a:r>
            <a:r>
              <a:rPr kumimoji="1" lang="en-US" altLang="zh-CN" sz="2800" dirty="0">
                <a:solidFill>
                  <a:schemeClr val="tx1">
                    <a:lumMod val="75000"/>
                    <a:lumOff val="25000"/>
                  </a:schemeClr>
                </a:solidFill>
                <a:latin typeface="+mj-ea"/>
                <a:ea typeface="+mj-ea"/>
              </a:rPr>
              <a:t>BUSINESS</a:t>
            </a:r>
            <a:endParaRPr kumimoji="1" lang="zh-CN" altLang="en-US" sz="2800" dirty="0">
              <a:solidFill>
                <a:schemeClr val="tx1">
                  <a:lumMod val="75000"/>
                  <a:lumOff val="25000"/>
                </a:schemeClr>
              </a:solidFill>
              <a:latin typeface="+mj-ea"/>
              <a:ea typeface="+mj-ea"/>
            </a:endParaRPr>
          </a:p>
        </p:txBody>
      </p:sp>
    </p:spTree>
    <p:extLst>
      <p:ext uri="{BB962C8B-B14F-4D97-AF65-F5344CB8AC3E}">
        <p14:creationId xmlns:p14="http://schemas.microsoft.com/office/powerpoint/2010/main" val="522022523"/>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additive="base">
                                        <p:cTn id="22" dur="500" fill="hold"/>
                                        <p:tgtEl>
                                          <p:spTgt spid="15"/>
                                        </p:tgtEl>
                                        <p:attrNameLst>
                                          <p:attrName>ppt_x</p:attrName>
                                        </p:attrNameLst>
                                      </p:cBhvr>
                                      <p:tavLst>
                                        <p:tav tm="0">
                                          <p:val>
                                            <p:strVal val="#ppt_x"/>
                                          </p:val>
                                        </p:tav>
                                        <p:tav tm="100000">
                                          <p:val>
                                            <p:strVal val="#ppt_x"/>
                                          </p:val>
                                        </p:tav>
                                      </p:tavLst>
                                    </p:anim>
                                    <p:anim calcmode="lin" valueType="num">
                                      <p:cBhvr additive="base">
                                        <p:cTn id="2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FEA05-CA5D-AA53-4214-4B1C686105D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4F0ADDDA-CB09-D886-FF1C-5B9FC8C6266B}"/>
              </a:ext>
            </a:extLst>
          </p:cNvPr>
          <p:cNvSpPr txBox="1"/>
          <p:nvPr/>
        </p:nvSpPr>
        <p:spPr>
          <a:xfrm>
            <a:off x="181204" y="259385"/>
            <a:ext cx="2550426" cy="646331"/>
          </a:xfrm>
          <a:prstGeom prst="rect">
            <a:avLst/>
          </a:prstGeom>
          <a:noFill/>
        </p:spPr>
        <p:txBody>
          <a:bodyPr wrap="square" rtlCol="0">
            <a:spAutoFit/>
          </a:bodyPr>
          <a:lstStyle/>
          <a:p>
            <a:pPr algn="dist"/>
            <a:r>
              <a:rPr kumimoji="1" lang="zh-CN" altLang="en-US" sz="3600" dirty="0">
                <a:solidFill>
                  <a:schemeClr val="bg1"/>
                </a:soli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成果展示</a:t>
            </a:r>
          </a:p>
        </p:txBody>
      </p:sp>
      <p:sp>
        <p:nvSpPr>
          <p:cNvPr id="3" name="矩形 2">
            <a:extLst>
              <a:ext uri="{FF2B5EF4-FFF2-40B4-BE49-F238E27FC236}">
                <a16:creationId xmlns:a16="http://schemas.microsoft.com/office/drawing/2014/main" id="{7E898980-B08F-78D0-C976-0AEA98792AA2}"/>
              </a:ext>
            </a:extLst>
          </p:cNvPr>
          <p:cNvSpPr/>
          <p:nvPr/>
        </p:nvSpPr>
        <p:spPr>
          <a:xfrm>
            <a:off x="4070349" y="2095500"/>
            <a:ext cx="2216152" cy="39497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4" name="直线连接符 3">
            <a:extLst>
              <a:ext uri="{FF2B5EF4-FFF2-40B4-BE49-F238E27FC236}">
                <a16:creationId xmlns:a16="http://schemas.microsoft.com/office/drawing/2014/main" id="{CC54D4F2-9158-D89A-7219-33596C9F2A64}"/>
              </a:ext>
            </a:extLst>
          </p:cNvPr>
          <p:cNvCxnSpPr>
            <a:cxnSpLocks/>
          </p:cNvCxnSpPr>
          <p:nvPr/>
        </p:nvCxnSpPr>
        <p:spPr>
          <a:xfrm>
            <a:off x="4057650" y="2061502"/>
            <a:ext cx="0" cy="39497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直线连接符 4">
            <a:extLst>
              <a:ext uri="{FF2B5EF4-FFF2-40B4-BE49-F238E27FC236}">
                <a16:creationId xmlns:a16="http://schemas.microsoft.com/office/drawing/2014/main" id="{862942E2-FF52-657A-A81E-9D3E7609CE60}"/>
              </a:ext>
            </a:extLst>
          </p:cNvPr>
          <p:cNvCxnSpPr>
            <a:cxnSpLocks/>
          </p:cNvCxnSpPr>
          <p:nvPr/>
        </p:nvCxnSpPr>
        <p:spPr>
          <a:xfrm>
            <a:off x="6273800" y="2061502"/>
            <a:ext cx="0" cy="39497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直线连接符 5">
            <a:extLst>
              <a:ext uri="{FF2B5EF4-FFF2-40B4-BE49-F238E27FC236}">
                <a16:creationId xmlns:a16="http://schemas.microsoft.com/office/drawing/2014/main" id="{D537E2A7-79E4-C023-D364-76F88F618EF2}"/>
              </a:ext>
            </a:extLst>
          </p:cNvPr>
          <p:cNvCxnSpPr>
            <a:cxnSpLocks/>
          </p:cNvCxnSpPr>
          <p:nvPr/>
        </p:nvCxnSpPr>
        <p:spPr>
          <a:xfrm>
            <a:off x="7696200" y="2061502"/>
            <a:ext cx="0" cy="39497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线连接符 6">
            <a:extLst>
              <a:ext uri="{FF2B5EF4-FFF2-40B4-BE49-F238E27FC236}">
                <a16:creationId xmlns:a16="http://schemas.microsoft.com/office/drawing/2014/main" id="{087A5CE1-9C39-F018-E8E1-F03208BEDD78}"/>
              </a:ext>
            </a:extLst>
          </p:cNvPr>
          <p:cNvCxnSpPr>
            <a:cxnSpLocks/>
          </p:cNvCxnSpPr>
          <p:nvPr/>
        </p:nvCxnSpPr>
        <p:spPr>
          <a:xfrm>
            <a:off x="9086850" y="2061502"/>
            <a:ext cx="0" cy="39497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线连接符 7">
            <a:extLst>
              <a:ext uri="{FF2B5EF4-FFF2-40B4-BE49-F238E27FC236}">
                <a16:creationId xmlns:a16="http://schemas.microsoft.com/office/drawing/2014/main" id="{5E321A1D-8B7E-4890-FC3F-35EE23D5945F}"/>
              </a:ext>
            </a:extLst>
          </p:cNvPr>
          <p:cNvCxnSpPr>
            <a:cxnSpLocks/>
          </p:cNvCxnSpPr>
          <p:nvPr/>
        </p:nvCxnSpPr>
        <p:spPr>
          <a:xfrm>
            <a:off x="10483850" y="2061502"/>
            <a:ext cx="0" cy="39497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线连接符 8">
            <a:extLst>
              <a:ext uri="{FF2B5EF4-FFF2-40B4-BE49-F238E27FC236}">
                <a16:creationId xmlns:a16="http://schemas.microsoft.com/office/drawing/2014/main" id="{AB564C6F-EA18-0D39-B31F-F1DFE7ABA425}"/>
              </a:ext>
            </a:extLst>
          </p:cNvPr>
          <p:cNvCxnSpPr>
            <a:cxnSpLocks/>
          </p:cNvCxnSpPr>
          <p:nvPr/>
        </p:nvCxnSpPr>
        <p:spPr>
          <a:xfrm>
            <a:off x="1809750" y="2061502"/>
            <a:ext cx="0" cy="39497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E7B092F8-3900-1669-7C30-F6184B859BD0}"/>
              </a:ext>
            </a:extLst>
          </p:cNvPr>
          <p:cNvSpPr/>
          <p:nvPr/>
        </p:nvSpPr>
        <p:spPr>
          <a:xfrm>
            <a:off x="1822450" y="1562100"/>
            <a:ext cx="2235200" cy="533400"/>
          </a:xfrm>
          <a:prstGeom prst="rect">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0D40A1DE-34C8-E9BF-7B02-5DD5FF5271D4}"/>
              </a:ext>
            </a:extLst>
          </p:cNvPr>
          <p:cNvSpPr/>
          <p:nvPr/>
        </p:nvSpPr>
        <p:spPr>
          <a:xfrm>
            <a:off x="4057650" y="1562100"/>
            <a:ext cx="2235200" cy="533400"/>
          </a:xfrm>
          <a:prstGeom prst="rect">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a:extLst>
              <a:ext uri="{FF2B5EF4-FFF2-40B4-BE49-F238E27FC236}">
                <a16:creationId xmlns:a16="http://schemas.microsoft.com/office/drawing/2014/main" id="{0D05D3CE-51C0-4790-B309-906DBF6F297E}"/>
              </a:ext>
            </a:extLst>
          </p:cNvPr>
          <p:cNvSpPr/>
          <p:nvPr/>
        </p:nvSpPr>
        <p:spPr>
          <a:xfrm>
            <a:off x="6292850" y="1562100"/>
            <a:ext cx="1403350" cy="5334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矩形 12">
            <a:extLst>
              <a:ext uri="{FF2B5EF4-FFF2-40B4-BE49-F238E27FC236}">
                <a16:creationId xmlns:a16="http://schemas.microsoft.com/office/drawing/2014/main" id="{8BD98E6D-E6A2-088A-240D-EEAC10C46820}"/>
              </a:ext>
            </a:extLst>
          </p:cNvPr>
          <p:cNvSpPr/>
          <p:nvPr/>
        </p:nvSpPr>
        <p:spPr>
          <a:xfrm>
            <a:off x="7696200" y="1562100"/>
            <a:ext cx="1403350" cy="5334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矩形 13">
            <a:extLst>
              <a:ext uri="{FF2B5EF4-FFF2-40B4-BE49-F238E27FC236}">
                <a16:creationId xmlns:a16="http://schemas.microsoft.com/office/drawing/2014/main" id="{84B94774-AB31-B8C6-E8F9-07CAA07952E5}"/>
              </a:ext>
            </a:extLst>
          </p:cNvPr>
          <p:cNvSpPr/>
          <p:nvPr/>
        </p:nvSpPr>
        <p:spPr>
          <a:xfrm>
            <a:off x="9099550" y="1562100"/>
            <a:ext cx="1403350" cy="5334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文本框 14">
            <a:extLst>
              <a:ext uri="{FF2B5EF4-FFF2-40B4-BE49-F238E27FC236}">
                <a16:creationId xmlns:a16="http://schemas.microsoft.com/office/drawing/2014/main" id="{E4F991A6-BD31-5F22-8AD8-C3A97ED845E8}"/>
              </a:ext>
            </a:extLst>
          </p:cNvPr>
          <p:cNvSpPr txBox="1"/>
          <p:nvPr/>
        </p:nvSpPr>
        <p:spPr>
          <a:xfrm>
            <a:off x="2298740" y="1672223"/>
            <a:ext cx="1282621" cy="338554"/>
          </a:xfrm>
          <a:prstGeom prst="rect">
            <a:avLst/>
          </a:prstGeom>
          <a:noFill/>
        </p:spPr>
        <p:txBody>
          <a:bodyPr wrap="square" rtlCol="0">
            <a:spAutoFit/>
          </a:bodyPr>
          <a:lstStyle/>
          <a:p>
            <a:pPr algn="dist"/>
            <a:r>
              <a:rPr kumimoji="1" lang="zh-CN" altLang="en-US" sz="1600" dirty="0">
                <a:solidFill>
                  <a:schemeClr val="bg1">
                    <a:lumMod val="95000"/>
                  </a:schemeClr>
                </a:solidFill>
              </a:rPr>
              <a:t>项目名称</a:t>
            </a:r>
          </a:p>
        </p:txBody>
      </p:sp>
      <p:sp>
        <p:nvSpPr>
          <p:cNvPr id="16" name="文本框 15">
            <a:extLst>
              <a:ext uri="{FF2B5EF4-FFF2-40B4-BE49-F238E27FC236}">
                <a16:creationId xmlns:a16="http://schemas.microsoft.com/office/drawing/2014/main" id="{DE1836B8-248B-6CEE-6A81-EE62C2CCC7D9}"/>
              </a:ext>
            </a:extLst>
          </p:cNvPr>
          <p:cNvSpPr txBox="1"/>
          <p:nvPr/>
        </p:nvSpPr>
        <p:spPr>
          <a:xfrm>
            <a:off x="4499014" y="1672223"/>
            <a:ext cx="1282621" cy="338554"/>
          </a:xfrm>
          <a:prstGeom prst="rect">
            <a:avLst/>
          </a:prstGeom>
          <a:noFill/>
        </p:spPr>
        <p:txBody>
          <a:bodyPr wrap="square" rtlCol="0">
            <a:spAutoFit/>
          </a:bodyPr>
          <a:lstStyle/>
          <a:p>
            <a:pPr algn="dist"/>
            <a:r>
              <a:rPr kumimoji="1" lang="zh-CN" altLang="en-US" sz="1600" dirty="0">
                <a:solidFill>
                  <a:schemeClr val="bg1">
                    <a:lumMod val="95000"/>
                  </a:schemeClr>
                </a:solidFill>
              </a:rPr>
              <a:t>完成进度</a:t>
            </a:r>
          </a:p>
        </p:txBody>
      </p:sp>
      <p:sp>
        <p:nvSpPr>
          <p:cNvPr id="17" name="文本框 16">
            <a:extLst>
              <a:ext uri="{FF2B5EF4-FFF2-40B4-BE49-F238E27FC236}">
                <a16:creationId xmlns:a16="http://schemas.microsoft.com/office/drawing/2014/main" id="{9B586FF1-038F-0514-2B51-99D515FEC91C}"/>
              </a:ext>
            </a:extLst>
          </p:cNvPr>
          <p:cNvSpPr txBox="1"/>
          <p:nvPr/>
        </p:nvSpPr>
        <p:spPr>
          <a:xfrm>
            <a:off x="6439148" y="1672223"/>
            <a:ext cx="1091703" cy="338554"/>
          </a:xfrm>
          <a:prstGeom prst="rect">
            <a:avLst/>
          </a:prstGeom>
          <a:noFill/>
        </p:spPr>
        <p:txBody>
          <a:bodyPr wrap="square" rtlCol="0">
            <a:spAutoFit/>
          </a:bodyPr>
          <a:lstStyle/>
          <a:p>
            <a:pPr algn="dist"/>
            <a:r>
              <a:rPr kumimoji="1" lang="zh-CN" altLang="en-US" sz="1600" dirty="0">
                <a:solidFill>
                  <a:schemeClr val="tx1">
                    <a:lumMod val="75000"/>
                    <a:lumOff val="25000"/>
                  </a:schemeClr>
                </a:solidFill>
              </a:rPr>
              <a:t>第一阶段</a:t>
            </a:r>
          </a:p>
        </p:txBody>
      </p:sp>
      <p:sp>
        <p:nvSpPr>
          <p:cNvPr id="18" name="文本框 17">
            <a:extLst>
              <a:ext uri="{FF2B5EF4-FFF2-40B4-BE49-F238E27FC236}">
                <a16:creationId xmlns:a16="http://schemas.microsoft.com/office/drawing/2014/main" id="{7D12D317-7EF1-CB95-441D-C01881D086C4}"/>
              </a:ext>
            </a:extLst>
          </p:cNvPr>
          <p:cNvSpPr txBox="1"/>
          <p:nvPr/>
        </p:nvSpPr>
        <p:spPr>
          <a:xfrm>
            <a:off x="7839323" y="1672223"/>
            <a:ext cx="1091703" cy="338554"/>
          </a:xfrm>
          <a:prstGeom prst="rect">
            <a:avLst/>
          </a:prstGeom>
          <a:noFill/>
        </p:spPr>
        <p:txBody>
          <a:bodyPr wrap="square" rtlCol="0">
            <a:spAutoFit/>
          </a:bodyPr>
          <a:lstStyle/>
          <a:p>
            <a:pPr algn="dist"/>
            <a:r>
              <a:rPr kumimoji="1" lang="zh-CN" altLang="en-US" sz="1600" dirty="0">
                <a:solidFill>
                  <a:schemeClr val="tx1">
                    <a:lumMod val="75000"/>
                    <a:lumOff val="25000"/>
                  </a:schemeClr>
                </a:solidFill>
              </a:rPr>
              <a:t>第二阶段</a:t>
            </a:r>
          </a:p>
        </p:txBody>
      </p:sp>
      <p:sp>
        <p:nvSpPr>
          <p:cNvPr id="19" name="文本框 18">
            <a:extLst>
              <a:ext uri="{FF2B5EF4-FFF2-40B4-BE49-F238E27FC236}">
                <a16:creationId xmlns:a16="http://schemas.microsoft.com/office/drawing/2014/main" id="{C7CDD204-EA98-01D6-6F26-3B3151F72AC0}"/>
              </a:ext>
            </a:extLst>
          </p:cNvPr>
          <p:cNvSpPr txBox="1"/>
          <p:nvPr/>
        </p:nvSpPr>
        <p:spPr>
          <a:xfrm>
            <a:off x="9201647" y="1672223"/>
            <a:ext cx="1091703" cy="338554"/>
          </a:xfrm>
          <a:prstGeom prst="rect">
            <a:avLst/>
          </a:prstGeom>
          <a:noFill/>
        </p:spPr>
        <p:txBody>
          <a:bodyPr wrap="square" rtlCol="0">
            <a:spAutoFit/>
          </a:bodyPr>
          <a:lstStyle/>
          <a:p>
            <a:pPr algn="dist"/>
            <a:r>
              <a:rPr kumimoji="1" lang="zh-CN" altLang="en-US" sz="1600" dirty="0">
                <a:solidFill>
                  <a:schemeClr val="tx1">
                    <a:lumMod val="75000"/>
                    <a:lumOff val="25000"/>
                  </a:schemeClr>
                </a:solidFill>
              </a:rPr>
              <a:t>第三阶段</a:t>
            </a:r>
          </a:p>
        </p:txBody>
      </p:sp>
      <p:sp>
        <p:nvSpPr>
          <p:cNvPr id="20" name="文本框 19">
            <a:extLst>
              <a:ext uri="{FF2B5EF4-FFF2-40B4-BE49-F238E27FC236}">
                <a16:creationId xmlns:a16="http://schemas.microsoft.com/office/drawing/2014/main" id="{C71E907F-9EE0-F78C-0C51-30C0709359CC}"/>
              </a:ext>
            </a:extLst>
          </p:cNvPr>
          <p:cNvSpPr txBox="1"/>
          <p:nvPr/>
        </p:nvSpPr>
        <p:spPr>
          <a:xfrm>
            <a:off x="2095517" y="2565400"/>
            <a:ext cx="1771639" cy="307777"/>
          </a:xfrm>
          <a:prstGeom prst="rect">
            <a:avLst/>
          </a:prstGeom>
          <a:noFill/>
        </p:spPr>
        <p:txBody>
          <a:bodyPr wrap="none" rtlCol="0">
            <a:spAutoFit/>
          </a:bodyPr>
          <a:lstStyle/>
          <a:p>
            <a:r>
              <a:rPr kumimoji="1" lang="en-US" altLang="zh-CN" sz="1400" dirty="0">
                <a:solidFill>
                  <a:schemeClr val="tx1">
                    <a:lumMod val="75000"/>
                    <a:lumOff val="25000"/>
                  </a:schemeClr>
                </a:solidFill>
                <a:latin typeface="+mn-ea"/>
              </a:rPr>
              <a:t>PROJECT</a:t>
            </a:r>
            <a:r>
              <a:rPr kumimoji="1" lang="zh-CN" altLang="en-US" sz="1400" dirty="0">
                <a:solidFill>
                  <a:schemeClr val="tx1">
                    <a:lumMod val="75000"/>
                    <a:lumOff val="25000"/>
                  </a:schemeClr>
                </a:solidFill>
                <a:latin typeface="+mn-ea"/>
              </a:rPr>
              <a:t> </a:t>
            </a:r>
            <a:r>
              <a:rPr kumimoji="1" lang="en-US" altLang="zh-CN" sz="1400" dirty="0">
                <a:solidFill>
                  <a:schemeClr val="tx1">
                    <a:lumMod val="75000"/>
                    <a:lumOff val="25000"/>
                  </a:schemeClr>
                </a:solidFill>
                <a:latin typeface="+mn-ea"/>
              </a:rPr>
              <a:t>NAME</a:t>
            </a:r>
            <a:r>
              <a:rPr kumimoji="1" lang="zh-CN" altLang="en-US" sz="1400" dirty="0">
                <a:solidFill>
                  <a:schemeClr val="tx1">
                    <a:lumMod val="75000"/>
                    <a:lumOff val="25000"/>
                  </a:schemeClr>
                </a:solidFill>
                <a:latin typeface="+mn-ea"/>
              </a:rPr>
              <a:t> </a:t>
            </a:r>
            <a:r>
              <a:rPr kumimoji="1" lang="en-US" altLang="zh-CN" sz="1400" dirty="0">
                <a:solidFill>
                  <a:schemeClr val="tx1">
                    <a:lumMod val="75000"/>
                    <a:lumOff val="25000"/>
                  </a:schemeClr>
                </a:solidFill>
                <a:latin typeface="+mn-ea"/>
              </a:rPr>
              <a:t>O1</a:t>
            </a:r>
            <a:endParaRPr kumimoji="1" lang="zh-CN" altLang="en-US" sz="1400" dirty="0">
              <a:solidFill>
                <a:schemeClr val="tx1">
                  <a:lumMod val="75000"/>
                  <a:lumOff val="25000"/>
                </a:schemeClr>
              </a:solidFill>
              <a:latin typeface="+mn-ea"/>
            </a:endParaRPr>
          </a:p>
        </p:txBody>
      </p:sp>
      <p:sp>
        <p:nvSpPr>
          <p:cNvPr id="21" name="文本框 20">
            <a:extLst>
              <a:ext uri="{FF2B5EF4-FFF2-40B4-BE49-F238E27FC236}">
                <a16:creationId xmlns:a16="http://schemas.microsoft.com/office/drawing/2014/main" id="{2917380A-E35A-73A8-5087-DA10C49952CE}"/>
              </a:ext>
            </a:extLst>
          </p:cNvPr>
          <p:cNvSpPr txBox="1"/>
          <p:nvPr/>
        </p:nvSpPr>
        <p:spPr>
          <a:xfrm>
            <a:off x="2095517" y="3222095"/>
            <a:ext cx="1771639" cy="307777"/>
          </a:xfrm>
          <a:prstGeom prst="rect">
            <a:avLst/>
          </a:prstGeom>
          <a:noFill/>
        </p:spPr>
        <p:txBody>
          <a:bodyPr wrap="none" rtlCol="0">
            <a:spAutoFit/>
          </a:bodyPr>
          <a:lstStyle/>
          <a:p>
            <a:r>
              <a:rPr kumimoji="1" lang="en-US" altLang="zh-CN" sz="1400" dirty="0">
                <a:solidFill>
                  <a:schemeClr val="tx1">
                    <a:lumMod val="75000"/>
                    <a:lumOff val="25000"/>
                  </a:schemeClr>
                </a:solidFill>
                <a:latin typeface="+mn-ea"/>
              </a:rPr>
              <a:t>PROJECT</a:t>
            </a:r>
            <a:r>
              <a:rPr kumimoji="1" lang="zh-CN" altLang="en-US" sz="1400" dirty="0">
                <a:solidFill>
                  <a:schemeClr val="tx1">
                    <a:lumMod val="75000"/>
                    <a:lumOff val="25000"/>
                  </a:schemeClr>
                </a:solidFill>
                <a:latin typeface="+mn-ea"/>
              </a:rPr>
              <a:t> </a:t>
            </a:r>
            <a:r>
              <a:rPr kumimoji="1" lang="en-US" altLang="zh-CN" sz="1400" dirty="0">
                <a:solidFill>
                  <a:schemeClr val="tx1">
                    <a:lumMod val="75000"/>
                    <a:lumOff val="25000"/>
                  </a:schemeClr>
                </a:solidFill>
                <a:latin typeface="+mn-ea"/>
              </a:rPr>
              <a:t>NAME</a:t>
            </a:r>
            <a:r>
              <a:rPr kumimoji="1" lang="zh-CN" altLang="en-US" sz="1400" dirty="0">
                <a:solidFill>
                  <a:schemeClr val="tx1">
                    <a:lumMod val="75000"/>
                    <a:lumOff val="25000"/>
                  </a:schemeClr>
                </a:solidFill>
                <a:latin typeface="+mn-ea"/>
              </a:rPr>
              <a:t> </a:t>
            </a:r>
            <a:r>
              <a:rPr kumimoji="1" lang="en-US" altLang="zh-CN" sz="1400" dirty="0">
                <a:solidFill>
                  <a:schemeClr val="tx1">
                    <a:lumMod val="75000"/>
                    <a:lumOff val="25000"/>
                  </a:schemeClr>
                </a:solidFill>
                <a:latin typeface="+mn-ea"/>
              </a:rPr>
              <a:t>O2</a:t>
            </a:r>
            <a:endParaRPr kumimoji="1" lang="zh-CN" altLang="en-US" sz="1400" dirty="0">
              <a:solidFill>
                <a:schemeClr val="tx1">
                  <a:lumMod val="75000"/>
                  <a:lumOff val="25000"/>
                </a:schemeClr>
              </a:solidFill>
              <a:latin typeface="+mn-ea"/>
            </a:endParaRPr>
          </a:p>
        </p:txBody>
      </p:sp>
      <p:sp>
        <p:nvSpPr>
          <p:cNvPr id="22" name="文本框 21">
            <a:extLst>
              <a:ext uri="{FF2B5EF4-FFF2-40B4-BE49-F238E27FC236}">
                <a16:creationId xmlns:a16="http://schemas.microsoft.com/office/drawing/2014/main" id="{596B09C7-6FC2-DF2D-7D2E-A6673D51B461}"/>
              </a:ext>
            </a:extLst>
          </p:cNvPr>
          <p:cNvSpPr txBox="1"/>
          <p:nvPr/>
        </p:nvSpPr>
        <p:spPr>
          <a:xfrm>
            <a:off x="2095517" y="3878790"/>
            <a:ext cx="1771639" cy="307777"/>
          </a:xfrm>
          <a:prstGeom prst="rect">
            <a:avLst/>
          </a:prstGeom>
          <a:noFill/>
        </p:spPr>
        <p:txBody>
          <a:bodyPr wrap="none" rtlCol="0">
            <a:spAutoFit/>
          </a:bodyPr>
          <a:lstStyle/>
          <a:p>
            <a:r>
              <a:rPr kumimoji="1" lang="en-US" altLang="zh-CN" sz="1400" dirty="0">
                <a:solidFill>
                  <a:schemeClr val="tx1">
                    <a:lumMod val="75000"/>
                    <a:lumOff val="25000"/>
                  </a:schemeClr>
                </a:solidFill>
                <a:latin typeface="+mn-ea"/>
              </a:rPr>
              <a:t>PROJECT</a:t>
            </a:r>
            <a:r>
              <a:rPr kumimoji="1" lang="zh-CN" altLang="en-US" sz="1400" dirty="0">
                <a:solidFill>
                  <a:schemeClr val="tx1">
                    <a:lumMod val="75000"/>
                    <a:lumOff val="25000"/>
                  </a:schemeClr>
                </a:solidFill>
                <a:latin typeface="+mn-ea"/>
              </a:rPr>
              <a:t> </a:t>
            </a:r>
            <a:r>
              <a:rPr kumimoji="1" lang="en-US" altLang="zh-CN" sz="1400" dirty="0">
                <a:solidFill>
                  <a:schemeClr val="tx1">
                    <a:lumMod val="75000"/>
                    <a:lumOff val="25000"/>
                  </a:schemeClr>
                </a:solidFill>
                <a:latin typeface="+mn-ea"/>
              </a:rPr>
              <a:t>NAME</a:t>
            </a:r>
            <a:r>
              <a:rPr kumimoji="1" lang="zh-CN" altLang="en-US" sz="1400" dirty="0">
                <a:solidFill>
                  <a:schemeClr val="tx1">
                    <a:lumMod val="75000"/>
                    <a:lumOff val="25000"/>
                  </a:schemeClr>
                </a:solidFill>
                <a:latin typeface="+mn-ea"/>
              </a:rPr>
              <a:t> </a:t>
            </a:r>
            <a:r>
              <a:rPr kumimoji="1" lang="en-US" altLang="zh-CN" sz="1400" dirty="0">
                <a:solidFill>
                  <a:schemeClr val="tx1">
                    <a:lumMod val="75000"/>
                    <a:lumOff val="25000"/>
                  </a:schemeClr>
                </a:solidFill>
                <a:latin typeface="+mn-ea"/>
              </a:rPr>
              <a:t>O3</a:t>
            </a:r>
            <a:endParaRPr kumimoji="1" lang="zh-CN" altLang="en-US" sz="1400" dirty="0">
              <a:solidFill>
                <a:schemeClr val="tx1">
                  <a:lumMod val="75000"/>
                  <a:lumOff val="25000"/>
                </a:schemeClr>
              </a:solidFill>
              <a:latin typeface="+mn-ea"/>
            </a:endParaRPr>
          </a:p>
        </p:txBody>
      </p:sp>
      <p:sp>
        <p:nvSpPr>
          <p:cNvPr id="23" name="文本框 22">
            <a:extLst>
              <a:ext uri="{FF2B5EF4-FFF2-40B4-BE49-F238E27FC236}">
                <a16:creationId xmlns:a16="http://schemas.microsoft.com/office/drawing/2014/main" id="{BDBAE90E-16E4-21BE-E662-8E008E56ACCE}"/>
              </a:ext>
            </a:extLst>
          </p:cNvPr>
          <p:cNvSpPr txBox="1"/>
          <p:nvPr/>
        </p:nvSpPr>
        <p:spPr>
          <a:xfrm>
            <a:off x="2095517" y="4535485"/>
            <a:ext cx="1771639" cy="307777"/>
          </a:xfrm>
          <a:prstGeom prst="rect">
            <a:avLst/>
          </a:prstGeom>
          <a:noFill/>
        </p:spPr>
        <p:txBody>
          <a:bodyPr wrap="none" rtlCol="0">
            <a:spAutoFit/>
          </a:bodyPr>
          <a:lstStyle/>
          <a:p>
            <a:r>
              <a:rPr kumimoji="1" lang="en-US" altLang="zh-CN" sz="1400" dirty="0">
                <a:solidFill>
                  <a:schemeClr val="tx1">
                    <a:lumMod val="75000"/>
                    <a:lumOff val="25000"/>
                  </a:schemeClr>
                </a:solidFill>
                <a:latin typeface="+mn-ea"/>
              </a:rPr>
              <a:t>PROJECT</a:t>
            </a:r>
            <a:r>
              <a:rPr kumimoji="1" lang="zh-CN" altLang="en-US" sz="1400" dirty="0">
                <a:solidFill>
                  <a:schemeClr val="tx1">
                    <a:lumMod val="75000"/>
                    <a:lumOff val="25000"/>
                  </a:schemeClr>
                </a:solidFill>
                <a:latin typeface="+mn-ea"/>
              </a:rPr>
              <a:t> </a:t>
            </a:r>
            <a:r>
              <a:rPr kumimoji="1" lang="en-US" altLang="zh-CN" sz="1400" dirty="0">
                <a:solidFill>
                  <a:schemeClr val="tx1">
                    <a:lumMod val="75000"/>
                    <a:lumOff val="25000"/>
                  </a:schemeClr>
                </a:solidFill>
                <a:latin typeface="+mn-ea"/>
              </a:rPr>
              <a:t>NAME</a:t>
            </a:r>
            <a:r>
              <a:rPr kumimoji="1" lang="zh-CN" altLang="en-US" sz="1400" dirty="0">
                <a:solidFill>
                  <a:schemeClr val="tx1">
                    <a:lumMod val="75000"/>
                    <a:lumOff val="25000"/>
                  </a:schemeClr>
                </a:solidFill>
                <a:latin typeface="+mn-ea"/>
              </a:rPr>
              <a:t> </a:t>
            </a:r>
            <a:r>
              <a:rPr kumimoji="1" lang="en-US" altLang="zh-CN" sz="1400" dirty="0">
                <a:solidFill>
                  <a:schemeClr val="tx1">
                    <a:lumMod val="75000"/>
                    <a:lumOff val="25000"/>
                  </a:schemeClr>
                </a:solidFill>
                <a:latin typeface="+mn-ea"/>
              </a:rPr>
              <a:t>O4</a:t>
            </a:r>
            <a:endParaRPr kumimoji="1" lang="zh-CN" altLang="en-US" sz="1400" dirty="0">
              <a:solidFill>
                <a:schemeClr val="tx1">
                  <a:lumMod val="75000"/>
                  <a:lumOff val="25000"/>
                </a:schemeClr>
              </a:solidFill>
              <a:latin typeface="+mn-ea"/>
            </a:endParaRPr>
          </a:p>
        </p:txBody>
      </p:sp>
      <p:sp>
        <p:nvSpPr>
          <p:cNvPr id="24" name="文本框 23">
            <a:extLst>
              <a:ext uri="{FF2B5EF4-FFF2-40B4-BE49-F238E27FC236}">
                <a16:creationId xmlns:a16="http://schemas.microsoft.com/office/drawing/2014/main" id="{DE79B484-9AFD-ED6B-CA24-E3B3750A11CD}"/>
              </a:ext>
            </a:extLst>
          </p:cNvPr>
          <p:cNvSpPr txBox="1"/>
          <p:nvPr/>
        </p:nvSpPr>
        <p:spPr>
          <a:xfrm>
            <a:off x="2095517" y="5192180"/>
            <a:ext cx="1771639" cy="307777"/>
          </a:xfrm>
          <a:prstGeom prst="rect">
            <a:avLst/>
          </a:prstGeom>
          <a:noFill/>
        </p:spPr>
        <p:txBody>
          <a:bodyPr wrap="none" rtlCol="0">
            <a:spAutoFit/>
          </a:bodyPr>
          <a:lstStyle/>
          <a:p>
            <a:r>
              <a:rPr kumimoji="1" lang="en-US" altLang="zh-CN" sz="1400" dirty="0">
                <a:solidFill>
                  <a:schemeClr val="tx1">
                    <a:lumMod val="75000"/>
                    <a:lumOff val="25000"/>
                  </a:schemeClr>
                </a:solidFill>
                <a:latin typeface="+mn-ea"/>
              </a:rPr>
              <a:t>PROJECT</a:t>
            </a:r>
            <a:r>
              <a:rPr kumimoji="1" lang="zh-CN" altLang="en-US" sz="1400" dirty="0">
                <a:solidFill>
                  <a:schemeClr val="tx1">
                    <a:lumMod val="75000"/>
                    <a:lumOff val="25000"/>
                  </a:schemeClr>
                </a:solidFill>
                <a:latin typeface="+mn-ea"/>
              </a:rPr>
              <a:t> </a:t>
            </a:r>
            <a:r>
              <a:rPr kumimoji="1" lang="en-US" altLang="zh-CN" sz="1400" dirty="0">
                <a:solidFill>
                  <a:schemeClr val="tx1">
                    <a:lumMod val="75000"/>
                    <a:lumOff val="25000"/>
                  </a:schemeClr>
                </a:solidFill>
                <a:latin typeface="+mn-ea"/>
              </a:rPr>
              <a:t>NAME</a:t>
            </a:r>
            <a:r>
              <a:rPr kumimoji="1" lang="zh-CN" altLang="en-US" sz="1400" dirty="0">
                <a:solidFill>
                  <a:schemeClr val="tx1">
                    <a:lumMod val="75000"/>
                    <a:lumOff val="25000"/>
                  </a:schemeClr>
                </a:solidFill>
                <a:latin typeface="+mn-ea"/>
              </a:rPr>
              <a:t> </a:t>
            </a:r>
            <a:r>
              <a:rPr kumimoji="1" lang="en-US" altLang="zh-CN" sz="1400" dirty="0">
                <a:solidFill>
                  <a:schemeClr val="tx1">
                    <a:lumMod val="75000"/>
                    <a:lumOff val="25000"/>
                  </a:schemeClr>
                </a:solidFill>
                <a:latin typeface="+mn-ea"/>
              </a:rPr>
              <a:t>O5</a:t>
            </a:r>
            <a:endParaRPr kumimoji="1" lang="zh-CN" altLang="en-US" sz="1400" dirty="0">
              <a:solidFill>
                <a:schemeClr val="tx1">
                  <a:lumMod val="75000"/>
                  <a:lumOff val="25000"/>
                </a:schemeClr>
              </a:solidFill>
              <a:latin typeface="+mn-ea"/>
            </a:endParaRPr>
          </a:p>
        </p:txBody>
      </p:sp>
      <p:sp>
        <p:nvSpPr>
          <p:cNvPr id="25" name="文本框 24">
            <a:extLst>
              <a:ext uri="{FF2B5EF4-FFF2-40B4-BE49-F238E27FC236}">
                <a16:creationId xmlns:a16="http://schemas.microsoft.com/office/drawing/2014/main" id="{F0514C05-1D5F-0CA7-E055-75C252FB6DF7}"/>
              </a:ext>
            </a:extLst>
          </p:cNvPr>
          <p:cNvSpPr txBox="1"/>
          <p:nvPr/>
        </p:nvSpPr>
        <p:spPr>
          <a:xfrm>
            <a:off x="4584706" y="2565400"/>
            <a:ext cx="1138453" cy="307777"/>
          </a:xfrm>
          <a:prstGeom prst="rect">
            <a:avLst/>
          </a:prstGeom>
          <a:noFill/>
        </p:spPr>
        <p:txBody>
          <a:bodyPr wrap="none" rtlCol="0">
            <a:spAutoFit/>
          </a:bodyPr>
          <a:lstStyle/>
          <a:p>
            <a:r>
              <a:rPr kumimoji="1" lang="en-US" altLang="zh-CN" sz="1400" dirty="0">
                <a:solidFill>
                  <a:schemeClr val="tx1">
                    <a:lumMod val="75000"/>
                    <a:lumOff val="25000"/>
                  </a:schemeClr>
                </a:solidFill>
                <a:latin typeface="+mn-ea"/>
              </a:rPr>
              <a:t>2O25-03-06</a:t>
            </a:r>
            <a:endParaRPr kumimoji="1" lang="zh-CN" altLang="en-US" sz="1400" dirty="0">
              <a:solidFill>
                <a:schemeClr val="tx1">
                  <a:lumMod val="75000"/>
                  <a:lumOff val="25000"/>
                </a:schemeClr>
              </a:solidFill>
              <a:latin typeface="+mn-ea"/>
            </a:endParaRPr>
          </a:p>
        </p:txBody>
      </p:sp>
      <p:sp>
        <p:nvSpPr>
          <p:cNvPr id="26" name="文本框 25">
            <a:extLst>
              <a:ext uri="{FF2B5EF4-FFF2-40B4-BE49-F238E27FC236}">
                <a16:creationId xmlns:a16="http://schemas.microsoft.com/office/drawing/2014/main" id="{BB84F91B-456C-D0DA-5787-3902B7324B0C}"/>
              </a:ext>
            </a:extLst>
          </p:cNvPr>
          <p:cNvSpPr txBox="1"/>
          <p:nvPr/>
        </p:nvSpPr>
        <p:spPr>
          <a:xfrm>
            <a:off x="4584706" y="3222095"/>
            <a:ext cx="1138453" cy="307777"/>
          </a:xfrm>
          <a:prstGeom prst="rect">
            <a:avLst/>
          </a:prstGeom>
          <a:noFill/>
        </p:spPr>
        <p:txBody>
          <a:bodyPr wrap="none" rtlCol="0">
            <a:spAutoFit/>
          </a:bodyPr>
          <a:lstStyle/>
          <a:p>
            <a:r>
              <a:rPr kumimoji="1" lang="en-US" altLang="zh-CN" sz="1400" dirty="0">
                <a:solidFill>
                  <a:schemeClr val="tx1">
                    <a:lumMod val="75000"/>
                    <a:lumOff val="25000"/>
                  </a:schemeClr>
                </a:solidFill>
                <a:latin typeface="+mn-ea"/>
              </a:rPr>
              <a:t>2O25-04-14</a:t>
            </a:r>
            <a:endParaRPr kumimoji="1" lang="zh-CN" altLang="en-US" sz="1400" dirty="0">
              <a:solidFill>
                <a:schemeClr val="tx1">
                  <a:lumMod val="75000"/>
                  <a:lumOff val="25000"/>
                </a:schemeClr>
              </a:solidFill>
              <a:latin typeface="+mn-ea"/>
            </a:endParaRPr>
          </a:p>
        </p:txBody>
      </p:sp>
      <p:sp>
        <p:nvSpPr>
          <p:cNvPr id="27" name="文本框 26">
            <a:extLst>
              <a:ext uri="{FF2B5EF4-FFF2-40B4-BE49-F238E27FC236}">
                <a16:creationId xmlns:a16="http://schemas.microsoft.com/office/drawing/2014/main" id="{50123FCE-8143-2AEC-1CD6-D19F87C2ADD2}"/>
              </a:ext>
            </a:extLst>
          </p:cNvPr>
          <p:cNvSpPr txBox="1"/>
          <p:nvPr/>
        </p:nvSpPr>
        <p:spPr>
          <a:xfrm>
            <a:off x="4584706" y="3878790"/>
            <a:ext cx="1138453" cy="307777"/>
          </a:xfrm>
          <a:prstGeom prst="rect">
            <a:avLst/>
          </a:prstGeom>
          <a:noFill/>
        </p:spPr>
        <p:txBody>
          <a:bodyPr wrap="none" rtlCol="0">
            <a:spAutoFit/>
          </a:bodyPr>
          <a:lstStyle/>
          <a:p>
            <a:r>
              <a:rPr kumimoji="1" lang="en-US" altLang="zh-CN" sz="1400" dirty="0">
                <a:solidFill>
                  <a:schemeClr val="tx1">
                    <a:lumMod val="75000"/>
                    <a:lumOff val="25000"/>
                  </a:schemeClr>
                </a:solidFill>
                <a:latin typeface="+mn-ea"/>
              </a:rPr>
              <a:t>2O25-05-01</a:t>
            </a:r>
            <a:endParaRPr kumimoji="1" lang="zh-CN" altLang="en-US" sz="1400" dirty="0">
              <a:solidFill>
                <a:schemeClr val="tx1">
                  <a:lumMod val="75000"/>
                  <a:lumOff val="25000"/>
                </a:schemeClr>
              </a:solidFill>
              <a:latin typeface="+mn-ea"/>
            </a:endParaRPr>
          </a:p>
        </p:txBody>
      </p:sp>
      <p:sp>
        <p:nvSpPr>
          <p:cNvPr id="28" name="文本框 27">
            <a:extLst>
              <a:ext uri="{FF2B5EF4-FFF2-40B4-BE49-F238E27FC236}">
                <a16:creationId xmlns:a16="http://schemas.microsoft.com/office/drawing/2014/main" id="{6F17B1DD-FE5C-6CDD-BEDB-928B2D2A3A6E}"/>
              </a:ext>
            </a:extLst>
          </p:cNvPr>
          <p:cNvSpPr txBox="1"/>
          <p:nvPr/>
        </p:nvSpPr>
        <p:spPr>
          <a:xfrm>
            <a:off x="4584706" y="4535485"/>
            <a:ext cx="1138453" cy="307777"/>
          </a:xfrm>
          <a:prstGeom prst="rect">
            <a:avLst/>
          </a:prstGeom>
          <a:noFill/>
        </p:spPr>
        <p:txBody>
          <a:bodyPr wrap="none" rtlCol="0">
            <a:spAutoFit/>
          </a:bodyPr>
          <a:lstStyle/>
          <a:p>
            <a:r>
              <a:rPr kumimoji="1" lang="en-US" altLang="zh-CN" sz="1400" dirty="0">
                <a:solidFill>
                  <a:schemeClr val="tx1">
                    <a:lumMod val="75000"/>
                    <a:lumOff val="25000"/>
                  </a:schemeClr>
                </a:solidFill>
                <a:latin typeface="+mn-ea"/>
              </a:rPr>
              <a:t>2O25-06-17</a:t>
            </a:r>
            <a:endParaRPr kumimoji="1" lang="zh-CN" altLang="en-US" sz="1400" dirty="0">
              <a:solidFill>
                <a:schemeClr val="tx1">
                  <a:lumMod val="75000"/>
                  <a:lumOff val="25000"/>
                </a:schemeClr>
              </a:solidFill>
              <a:latin typeface="+mn-ea"/>
            </a:endParaRPr>
          </a:p>
        </p:txBody>
      </p:sp>
      <p:sp>
        <p:nvSpPr>
          <p:cNvPr id="29" name="文本框 28">
            <a:extLst>
              <a:ext uri="{FF2B5EF4-FFF2-40B4-BE49-F238E27FC236}">
                <a16:creationId xmlns:a16="http://schemas.microsoft.com/office/drawing/2014/main" id="{2EED4E8F-C432-D175-D7C4-7AAC70E1EB44}"/>
              </a:ext>
            </a:extLst>
          </p:cNvPr>
          <p:cNvSpPr txBox="1"/>
          <p:nvPr/>
        </p:nvSpPr>
        <p:spPr>
          <a:xfrm>
            <a:off x="4584706" y="5192180"/>
            <a:ext cx="1138453" cy="307777"/>
          </a:xfrm>
          <a:prstGeom prst="rect">
            <a:avLst/>
          </a:prstGeom>
          <a:noFill/>
        </p:spPr>
        <p:txBody>
          <a:bodyPr wrap="none" rtlCol="0">
            <a:spAutoFit/>
          </a:bodyPr>
          <a:lstStyle/>
          <a:p>
            <a:r>
              <a:rPr kumimoji="1" lang="en-US" altLang="zh-CN" sz="1400" dirty="0">
                <a:solidFill>
                  <a:schemeClr val="tx1">
                    <a:lumMod val="75000"/>
                    <a:lumOff val="25000"/>
                  </a:schemeClr>
                </a:solidFill>
                <a:latin typeface="+mn-ea"/>
              </a:rPr>
              <a:t>2O25-08-22</a:t>
            </a:r>
            <a:endParaRPr kumimoji="1" lang="zh-CN" altLang="en-US" sz="1400" dirty="0">
              <a:solidFill>
                <a:schemeClr val="tx1">
                  <a:lumMod val="75000"/>
                  <a:lumOff val="25000"/>
                </a:schemeClr>
              </a:solidFill>
              <a:latin typeface="+mn-ea"/>
            </a:endParaRPr>
          </a:p>
        </p:txBody>
      </p:sp>
      <p:sp>
        <p:nvSpPr>
          <p:cNvPr id="30" name="右箭头 29">
            <a:extLst>
              <a:ext uri="{FF2B5EF4-FFF2-40B4-BE49-F238E27FC236}">
                <a16:creationId xmlns:a16="http://schemas.microsoft.com/office/drawing/2014/main" id="{E3667BB8-7A74-FC8B-B7D9-1AC1A62A14A5}"/>
              </a:ext>
            </a:extLst>
          </p:cNvPr>
          <p:cNvSpPr/>
          <p:nvPr/>
        </p:nvSpPr>
        <p:spPr>
          <a:xfrm>
            <a:off x="6439148" y="2578100"/>
            <a:ext cx="3187452" cy="307777"/>
          </a:xfrm>
          <a:prstGeom prst="rightArrow">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右箭头 30">
            <a:extLst>
              <a:ext uri="{FF2B5EF4-FFF2-40B4-BE49-F238E27FC236}">
                <a16:creationId xmlns:a16="http://schemas.microsoft.com/office/drawing/2014/main" id="{D749C97F-1BBF-C8E3-B41C-963C437A1EDC}"/>
              </a:ext>
            </a:extLst>
          </p:cNvPr>
          <p:cNvSpPr/>
          <p:nvPr/>
        </p:nvSpPr>
        <p:spPr>
          <a:xfrm>
            <a:off x="7147049" y="3222095"/>
            <a:ext cx="1222245" cy="307777"/>
          </a:xfrm>
          <a:prstGeom prst="rightArrow">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右箭头 31">
            <a:extLst>
              <a:ext uri="{FF2B5EF4-FFF2-40B4-BE49-F238E27FC236}">
                <a16:creationId xmlns:a16="http://schemas.microsoft.com/office/drawing/2014/main" id="{86DFDAAE-5B78-3EA9-A7DC-151F1743BE7B}"/>
              </a:ext>
            </a:extLst>
          </p:cNvPr>
          <p:cNvSpPr/>
          <p:nvPr/>
        </p:nvSpPr>
        <p:spPr>
          <a:xfrm>
            <a:off x="6800858" y="3882463"/>
            <a:ext cx="2495541" cy="307777"/>
          </a:xfrm>
          <a:prstGeom prst="rightArrow">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右箭头 32">
            <a:extLst>
              <a:ext uri="{FF2B5EF4-FFF2-40B4-BE49-F238E27FC236}">
                <a16:creationId xmlns:a16="http://schemas.microsoft.com/office/drawing/2014/main" id="{D8C878D4-6ABF-2338-D605-0F502CF061C9}"/>
              </a:ext>
            </a:extLst>
          </p:cNvPr>
          <p:cNvSpPr/>
          <p:nvPr/>
        </p:nvSpPr>
        <p:spPr>
          <a:xfrm>
            <a:off x="8223128" y="4542831"/>
            <a:ext cx="1873356" cy="307777"/>
          </a:xfrm>
          <a:prstGeom prst="rightArrow">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右箭头 33">
            <a:extLst>
              <a:ext uri="{FF2B5EF4-FFF2-40B4-BE49-F238E27FC236}">
                <a16:creationId xmlns:a16="http://schemas.microsoft.com/office/drawing/2014/main" id="{46860382-814B-0C77-20FD-CE39379DC263}"/>
              </a:ext>
            </a:extLst>
          </p:cNvPr>
          <p:cNvSpPr/>
          <p:nvPr/>
        </p:nvSpPr>
        <p:spPr>
          <a:xfrm>
            <a:off x="7067550" y="5203199"/>
            <a:ext cx="2559035" cy="307777"/>
          </a:xfrm>
          <a:prstGeom prst="rightArrow">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98236984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CCA6EA6-9AF3-3370-D9C3-15E90DE73E3A}"/>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74C6782B-86BE-5767-90ED-7DC39A5EC92B}"/>
              </a:ext>
            </a:extLst>
          </p:cNvPr>
          <p:cNvSpPr txBox="1"/>
          <p:nvPr/>
        </p:nvSpPr>
        <p:spPr>
          <a:xfrm>
            <a:off x="2660156" y="2588655"/>
            <a:ext cx="6871687" cy="1446550"/>
          </a:xfrm>
          <a:prstGeom prst="rect">
            <a:avLst/>
          </a:prstGeom>
          <a:noFill/>
        </p:spPr>
        <p:txBody>
          <a:bodyPr wrap="square" rtlCol="0">
            <a:spAutoFit/>
          </a:bodyPr>
          <a:lstStyle/>
          <a:p>
            <a:pPr algn="dist"/>
            <a:r>
              <a:rPr kumimoji="1" lang="zh-CN" altLang="en-US" sz="8800" dirty="0">
                <a:gradFill>
                  <a:gsLst>
                    <a:gs pos="0">
                      <a:srgbClr val="2D5293"/>
                    </a:gs>
                    <a:gs pos="100000">
                      <a:srgbClr val="1F3764">
                        <a:alpha val="82000"/>
                      </a:srgbClr>
                    </a:gs>
                  </a:gsLst>
                  <a:lin ang="2700000" scaled="1"/>
                </a:gra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问题不足</a:t>
            </a:r>
          </a:p>
        </p:txBody>
      </p:sp>
      <p:sp>
        <p:nvSpPr>
          <p:cNvPr id="3" name="文本框 2">
            <a:extLst>
              <a:ext uri="{FF2B5EF4-FFF2-40B4-BE49-F238E27FC236}">
                <a16:creationId xmlns:a16="http://schemas.microsoft.com/office/drawing/2014/main" id="{704B120A-C20C-2AF8-EE95-EAC65715D5B7}"/>
              </a:ext>
            </a:extLst>
          </p:cNvPr>
          <p:cNvSpPr txBox="1"/>
          <p:nvPr/>
        </p:nvSpPr>
        <p:spPr>
          <a:xfrm>
            <a:off x="4710043" y="1819214"/>
            <a:ext cx="2771913" cy="769441"/>
          </a:xfrm>
          <a:prstGeom prst="rect">
            <a:avLst/>
          </a:prstGeom>
          <a:noFill/>
        </p:spPr>
        <p:txBody>
          <a:bodyPr wrap="none" rtlCol="0">
            <a:spAutoFit/>
          </a:bodyPr>
          <a:lstStyle/>
          <a:p>
            <a:r>
              <a:rPr kumimoji="1" lang="en-US" altLang="zh-CN" sz="4400" dirty="0">
                <a:gradFill>
                  <a:gsLst>
                    <a:gs pos="0">
                      <a:srgbClr val="2D5293"/>
                    </a:gs>
                    <a:gs pos="100000">
                      <a:srgbClr val="1F3764">
                        <a:alpha val="82000"/>
                      </a:srgbClr>
                    </a:gs>
                  </a:gsLst>
                  <a:lin ang="2700000" scaled="1"/>
                </a:gra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PART</a:t>
            </a:r>
            <a:r>
              <a:rPr kumimoji="1" lang="zh-CN" altLang="en-US" sz="4400" dirty="0">
                <a:gradFill>
                  <a:gsLst>
                    <a:gs pos="0">
                      <a:srgbClr val="2D5293"/>
                    </a:gs>
                    <a:gs pos="100000">
                      <a:srgbClr val="1F3764">
                        <a:alpha val="82000"/>
                      </a:srgbClr>
                    </a:gs>
                  </a:gsLst>
                  <a:lin ang="2700000" scaled="1"/>
                </a:gra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 </a:t>
            </a:r>
            <a:r>
              <a:rPr kumimoji="1" lang="en-US" altLang="zh-CN" sz="4400" dirty="0">
                <a:gradFill>
                  <a:gsLst>
                    <a:gs pos="0">
                      <a:srgbClr val="2D5293"/>
                    </a:gs>
                    <a:gs pos="100000">
                      <a:srgbClr val="1F3764">
                        <a:alpha val="82000"/>
                      </a:srgbClr>
                    </a:gs>
                  </a:gsLst>
                  <a:lin ang="2700000" scaled="1"/>
                </a:gra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O3</a:t>
            </a:r>
            <a:endParaRPr kumimoji="1" lang="zh-CN" altLang="en-US" sz="4400" dirty="0">
              <a:gradFill>
                <a:gsLst>
                  <a:gs pos="0">
                    <a:srgbClr val="2D5293"/>
                  </a:gs>
                  <a:gs pos="100000">
                    <a:srgbClr val="1F3764">
                      <a:alpha val="82000"/>
                    </a:srgbClr>
                  </a:gs>
                </a:gsLst>
                <a:lin ang="2700000" scaled="1"/>
              </a:gra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endParaRPr>
          </a:p>
        </p:txBody>
      </p:sp>
      <p:sp>
        <p:nvSpPr>
          <p:cNvPr id="4" name="文本框 3">
            <a:extLst>
              <a:ext uri="{FF2B5EF4-FFF2-40B4-BE49-F238E27FC236}">
                <a16:creationId xmlns:a16="http://schemas.microsoft.com/office/drawing/2014/main" id="{FD8E8FBC-5C2B-6D5D-BEF2-58C2996F3941}"/>
              </a:ext>
            </a:extLst>
          </p:cNvPr>
          <p:cNvSpPr txBox="1"/>
          <p:nvPr/>
        </p:nvSpPr>
        <p:spPr>
          <a:xfrm>
            <a:off x="2845519" y="4035205"/>
            <a:ext cx="6500961" cy="778226"/>
          </a:xfrm>
          <a:prstGeom prst="rect">
            <a:avLst/>
          </a:prstGeom>
          <a:noFill/>
        </p:spPr>
        <p:txBody>
          <a:bodyPr wrap="square" rtlCol="0">
            <a:spAutoFit/>
          </a:bodyPr>
          <a:lstStyle/>
          <a:p>
            <a:pPr algn="ctr">
              <a:lnSpc>
                <a:spcPct val="150000"/>
              </a:lnSpc>
            </a:pPr>
            <a:r>
              <a:rPr lang="en" altLang="zh-CN" sz="1050" dirty="0">
                <a:solidFill>
                  <a:schemeClr val="tx1">
                    <a:lumMod val="65000"/>
                    <a:lumOff val="35000"/>
                  </a:schemeClr>
                </a:solidFill>
                <a:latin typeface="+mn-ea"/>
              </a:rPr>
              <a:t>YOUR CONTENT IS ENTERED HERE, OR BY COPYING YOUR TEXT, SELECT PASTE IN THIS BOX AND CHOOSE TO RETAIN ONLY TEXT. YOUR CONTENT IS TYPED HERE, OR BY COPYING YOUR TEXT, SELECT PASTE IN THIS BOX.</a:t>
            </a:r>
          </a:p>
        </p:txBody>
      </p:sp>
    </p:spTree>
    <p:extLst>
      <p:ext uri="{BB962C8B-B14F-4D97-AF65-F5344CB8AC3E}">
        <p14:creationId xmlns:p14="http://schemas.microsoft.com/office/powerpoint/2010/main" val="4000771077"/>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53982-E75A-7FC0-DC8A-DEEAD49AC6E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CF47571E-234C-690D-F362-89993391AEB6}"/>
              </a:ext>
            </a:extLst>
          </p:cNvPr>
          <p:cNvSpPr txBox="1"/>
          <p:nvPr/>
        </p:nvSpPr>
        <p:spPr>
          <a:xfrm>
            <a:off x="181204" y="259385"/>
            <a:ext cx="2550426" cy="646331"/>
          </a:xfrm>
          <a:prstGeom prst="rect">
            <a:avLst/>
          </a:prstGeom>
          <a:noFill/>
        </p:spPr>
        <p:txBody>
          <a:bodyPr wrap="square" rtlCol="0">
            <a:spAutoFit/>
          </a:bodyPr>
          <a:lstStyle/>
          <a:p>
            <a:pPr algn="dist"/>
            <a:r>
              <a:rPr kumimoji="1" lang="zh-CN" altLang="en-US" sz="3600" dirty="0">
                <a:solidFill>
                  <a:schemeClr val="bg1"/>
                </a:soli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问题不足</a:t>
            </a:r>
          </a:p>
        </p:txBody>
      </p:sp>
      <p:sp>
        <p:nvSpPr>
          <p:cNvPr id="3" name="任意形状 2">
            <a:extLst>
              <a:ext uri="{FF2B5EF4-FFF2-40B4-BE49-F238E27FC236}">
                <a16:creationId xmlns:a16="http://schemas.microsoft.com/office/drawing/2014/main" id="{CF9E5D68-EFA7-29B4-67EC-80222744AF20}"/>
              </a:ext>
            </a:extLst>
          </p:cNvPr>
          <p:cNvSpPr/>
          <p:nvPr/>
        </p:nvSpPr>
        <p:spPr>
          <a:xfrm rot="16200000" flipH="1">
            <a:off x="3069353" y="2979769"/>
            <a:ext cx="3012704" cy="745958"/>
          </a:xfrm>
          <a:custGeom>
            <a:avLst/>
            <a:gdLst>
              <a:gd name="connsiteX0" fmla="*/ 0 w 3012704"/>
              <a:gd name="connsiteY0" fmla="*/ 745958 h 745958"/>
              <a:gd name="connsiteX1" fmla="*/ 3012704 w 3012704"/>
              <a:gd name="connsiteY1" fmla="*/ 745958 h 745958"/>
              <a:gd name="connsiteX2" fmla="*/ 3012704 w 3012704"/>
              <a:gd name="connsiteY2" fmla="*/ 0 h 745958"/>
              <a:gd name="connsiteX3" fmla="*/ 408971 w 3012704"/>
              <a:gd name="connsiteY3" fmla="*/ 0 h 745958"/>
            </a:gdLst>
            <a:ahLst/>
            <a:cxnLst>
              <a:cxn ang="0">
                <a:pos x="connsiteX0" y="connsiteY0"/>
              </a:cxn>
              <a:cxn ang="0">
                <a:pos x="connsiteX1" y="connsiteY1"/>
              </a:cxn>
              <a:cxn ang="0">
                <a:pos x="connsiteX2" y="connsiteY2"/>
              </a:cxn>
              <a:cxn ang="0">
                <a:pos x="connsiteX3" y="connsiteY3"/>
              </a:cxn>
            </a:cxnLst>
            <a:rect l="l" t="t" r="r" b="b"/>
            <a:pathLst>
              <a:path w="3012704" h="745958">
                <a:moveTo>
                  <a:pt x="0" y="745958"/>
                </a:moveTo>
                <a:lnTo>
                  <a:pt x="3012704" y="745958"/>
                </a:lnTo>
                <a:lnTo>
                  <a:pt x="3012704" y="0"/>
                </a:lnTo>
                <a:lnTo>
                  <a:pt x="408971"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框 3">
            <a:extLst>
              <a:ext uri="{FF2B5EF4-FFF2-40B4-BE49-F238E27FC236}">
                <a16:creationId xmlns:a16="http://schemas.microsoft.com/office/drawing/2014/main" id="{5CD284F6-4508-FE77-14CB-9C904AECCFDB}"/>
              </a:ext>
            </a:extLst>
          </p:cNvPr>
          <p:cNvSpPr txBox="1"/>
          <p:nvPr/>
        </p:nvSpPr>
        <p:spPr>
          <a:xfrm rot="16200000">
            <a:off x="3662635" y="3363942"/>
            <a:ext cx="1826141"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BUSINESS</a:t>
            </a:r>
            <a:r>
              <a:rPr kumimoji="1" lang="zh-CN" altLang="en-US" sz="1600" dirty="0">
                <a:solidFill>
                  <a:schemeClr val="tx1">
                    <a:lumMod val="75000"/>
                    <a:lumOff val="25000"/>
                  </a:schemeClr>
                </a:solidFill>
                <a:latin typeface="+mj-ea"/>
                <a:ea typeface="+mj-ea"/>
              </a:rPr>
              <a:t> </a:t>
            </a:r>
            <a:r>
              <a:rPr kumimoji="1" lang="en-US" altLang="zh-CN" sz="1600" dirty="0">
                <a:solidFill>
                  <a:schemeClr val="tx1">
                    <a:lumMod val="75000"/>
                    <a:lumOff val="25000"/>
                  </a:schemeClr>
                </a:solidFill>
                <a:latin typeface="+mj-ea"/>
                <a:ea typeface="+mj-ea"/>
              </a:rPr>
              <a:t>TITLE</a:t>
            </a:r>
            <a:endParaRPr kumimoji="1" lang="zh-CN" altLang="en-US" sz="1600" dirty="0">
              <a:solidFill>
                <a:schemeClr val="tx1">
                  <a:lumMod val="75000"/>
                  <a:lumOff val="25000"/>
                </a:schemeClr>
              </a:solidFill>
              <a:latin typeface="+mj-ea"/>
              <a:ea typeface="+mj-ea"/>
            </a:endParaRPr>
          </a:p>
        </p:txBody>
      </p:sp>
      <p:sp>
        <p:nvSpPr>
          <p:cNvPr id="5" name="任意形状 4">
            <a:extLst>
              <a:ext uri="{FF2B5EF4-FFF2-40B4-BE49-F238E27FC236}">
                <a16:creationId xmlns:a16="http://schemas.microsoft.com/office/drawing/2014/main" id="{2DBDA12A-38BC-8C92-63E4-7C16023A809A}"/>
              </a:ext>
            </a:extLst>
          </p:cNvPr>
          <p:cNvSpPr/>
          <p:nvPr/>
        </p:nvSpPr>
        <p:spPr>
          <a:xfrm flipH="1">
            <a:off x="5030301" y="1846396"/>
            <a:ext cx="3012704" cy="745958"/>
          </a:xfrm>
          <a:custGeom>
            <a:avLst/>
            <a:gdLst>
              <a:gd name="connsiteX0" fmla="*/ 0 w 3012704"/>
              <a:gd name="connsiteY0" fmla="*/ 745958 h 745958"/>
              <a:gd name="connsiteX1" fmla="*/ 3012704 w 3012704"/>
              <a:gd name="connsiteY1" fmla="*/ 745958 h 745958"/>
              <a:gd name="connsiteX2" fmla="*/ 3012704 w 3012704"/>
              <a:gd name="connsiteY2" fmla="*/ 0 h 745958"/>
              <a:gd name="connsiteX3" fmla="*/ 408971 w 3012704"/>
              <a:gd name="connsiteY3" fmla="*/ 0 h 745958"/>
            </a:gdLst>
            <a:ahLst/>
            <a:cxnLst>
              <a:cxn ang="0">
                <a:pos x="connsiteX0" y="connsiteY0"/>
              </a:cxn>
              <a:cxn ang="0">
                <a:pos x="connsiteX1" y="connsiteY1"/>
              </a:cxn>
              <a:cxn ang="0">
                <a:pos x="connsiteX2" y="connsiteY2"/>
              </a:cxn>
              <a:cxn ang="0">
                <a:pos x="connsiteX3" y="connsiteY3"/>
              </a:cxn>
            </a:cxnLst>
            <a:rect l="l" t="t" r="r" b="b"/>
            <a:pathLst>
              <a:path w="3012704" h="745958">
                <a:moveTo>
                  <a:pt x="0" y="745958"/>
                </a:moveTo>
                <a:lnTo>
                  <a:pt x="3012704" y="745958"/>
                </a:lnTo>
                <a:lnTo>
                  <a:pt x="3012704" y="0"/>
                </a:lnTo>
                <a:lnTo>
                  <a:pt x="408971" y="0"/>
                </a:lnTo>
                <a:close/>
              </a:path>
            </a:pathLst>
          </a:cu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D8066670-9596-E6A9-E948-926D6D12EE51}"/>
              </a:ext>
            </a:extLst>
          </p:cNvPr>
          <p:cNvSpPr txBox="1"/>
          <p:nvPr/>
        </p:nvSpPr>
        <p:spPr>
          <a:xfrm>
            <a:off x="5498455" y="2047689"/>
            <a:ext cx="1826141" cy="338554"/>
          </a:xfrm>
          <a:prstGeom prst="rect">
            <a:avLst/>
          </a:prstGeom>
          <a:noFill/>
        </p:spPr>
        <p:txBody>
          <a:bodyPr wrap="none" rtlCol="0">
            <a:spAutoFit/>
          </a:bodyPr>
          <a:lstStyle/>
          <a:p>
            <a:r>
              <a:rPr kumimoji="1" lang="en-US" altLang="zh-CN" sz="1600" dirty="0">
                <a:solidFill>
                  <a:schemeClr val="bg1"/>
                </a:solidFill>
                <a:latin typeface="+mj-ea"/>
                <a:ea typeface="+mj-ea"/>
              </a:rPr>
              <a:t>BUSINESS</a:t>
            </a:r>
            <a:r>
              <a:rPr kumimoji="1" lang="zh-CN" altLang="en-US" sz="1600" dirty="0">
                <a:solidFill>
                  <a:schemeClr val="bg1"/>
                </a:solidFill>
                <a:latin typeface="+mj-ea"/>
                <a:ea typeface="+mj-ea"/>
              </a:rPr>
              <a:t> </a:t>
            </a:r>
            <a:r>
              <a:rPr kumimoji="1" lang="en-US" altLang="zh-CN" sz="1600" dirty="0">
                <a:solidFill>
                  <a:schemeClr val="bg1"/>
                </a:solidFill>
                <a:latin typeface="+mj-ea"/>
                <a:ea typeface="+mj-ea"/>
              </a:rPr>
              <a:t>TITLE</a:t>
            </a:r>
            <a:endParaRPr kumimoji="1" lang="zh-CN" altLang="en-US" sz="1600" dirty="0">
              <a:solidFill>
                <a:schemeClr val="bg1"/>
              </a:solidFill>
              <a:latin typeface="+mj-ea"/>
              <a:ea typeface="+mj-ea"/>
            </a:endParaRPr>
          </a:p>
        </p:txBody>
      </p:sp>
      <p:sp>
        <p:nvSpPr>
          <p:cNvPr id="7" name="任意形状 6">
            <a:extLst>
              <a:ext uri="{FF2B5EF4-FFF2-40B4-BE49-F238E27FC236}">
                <a16:creationId xmlns:a16="http://schemas.microsoft.com/office/drawing/2014/main" id="{AEA4CC1E-46D0-8BDA-CBC0-AFCED81E843A}"/>
              </a:ext>
            </a:extLst>
          </p:cNvPr>
          <p:cNvSpPr/>
          <p:nvPr/>
        </p:nvSpPr>
        <p:spPr>
          <a:xfrm rot="5400000" flipH="1">
            <a:off x="6163674" y="3811517"/>
            <a:ext cx="3012704" cy="745958"/>
          </a:xfrm>
          <a:custGeom>
            <a:avLst/>
            <a:gdLst>
              <a:gd name="connsiteX0" fmla="*/ 0 w 3012704"/>
              <a:gd name="connsiteY0" fmla="*/ 745958 h 745958"/>
              <a:gd name="connsiteX1" fmla="*/ 3012704 w 3012704"/>
              <a:gd name="connsiteY1" fmla="*/ 745958 h 745958"/>
              <a:gd name="connsiteX2" fmla="*/ 3012704 w 3012704"/>
              <a:gd name="connsiteY2" fmla="*/ 0 h 745958"/>
              <a:gd name="connsiteX3" fmla="*/ 408971 w 3012704"/>
              <a:gd name="connsiteY3" fmla="*/ 0 h 745958"/>
            </a:gdLst>
            <a:ahLst/>
            <a:cxnLst>
              <a:cxn ang="0">
                <a:pos x="connsiteX0" y="connsiteY0"/>
              </a:cxn>
              <a:cxn ang="0">
                <a:pos x="connsiteX1" y="connsiteY1"/>
              </a:cxn>
              <a:cxn ang="0">
                <a:pos x="connsiteX2" y="connsiteY2"/>
              </a:cxn>
              <a:cxn ang="0">
                <a:pos x="connsiteX3" y="connsiteY3"/>
              </a:cxn>
            </a:cxnLst>
            <a:rect l="l" t="t" r="r" b="b"/>
            <a:pathLst>
              <a:path w="3012704" h="745958">
                <a:moveTo>
                  <a:pt x="0" y="745958"/>
                </a:moveTo>
                <a:lnTo>
                  <a:pt x="3012704" y="745958"/>
                </a:lnTo>
                <a:lnTo>
                  <a:pt x="3012704" y="0"/>
                </a:lnTo>
                <a:lnTo>
                  <a:pt x="408971"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12635752-97F3-E7E5-AE33-A251CA2264BB}"/>
              </a:ext>
            </a:extLst>
          </p:cNvPr>
          <p:cNvSpPr txBox="1"/>
          <p:nvPr/>
        </p:nvSpPr>
        <p:spPr>
          <a:xfrm rot="5400000">
            <a:off x="6756956" y="3887683"/>
            <a:ext cx="1826141"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BUSINESS</a:t>
            </a:r>
            <a:r>
              <a:rPr kumimoji="1" lang="zh-CN" altLang="en-US" sz="1600" dirty="0">
                <a:solidFill>
                  <a:schemeClr val="tx1">
                    <a:lumMod val="75000"/>
                    <a:lumOff val="25000"/>
                  </a:schemeClr>
                </a:solidFill>
                <a:latin typeface="+mj-ea"/>
                <a:ea typeface="+mj-ea"/>
              </a:rPr>
              <a:t> </a:t>
            </a:r>
            <a:r>
              <a:rPr kumimoji="1" lang="en-US" altLang="zh-CN" sz="1600" dirty="0">
                <a:solidFill>
                  <a:schemeClr val="tx1">
                    <a:lumMod val="75000"/>
                    <a:lumOff val="25000"/>
                  </a:schemeClr>
                </a:solidFill>
                <a:latin typeface="+mj-ea"/>
                <a:ea typeface="+mj-ea"/>
              </a:rPr>
              <a:t>TITLE</a:t>
            </a:r>
            <a:endParaRPr kumimoji="1" lang="zh-CN" altLang="en-US" sz="1600" dirty="0">
              <a:solidFill>
                <a:schemeClr val="tx1">
                  <a:lumMod val="75000"/>
                  <a:lumOff val="25000"/>
                </a:schemeClr>
              </a:solidFill>
              <a:latin typeface="+mj-ea"/>
              <a:ea typeface="+mj-ea"/>
            </a:endParaRPr>
          </a:p>
        </p:txBody>
      </p:sp>
      <p:sp>
        <p:nvSpPr>
          <p:cNvPr id="9" name="任意形状 8">
            <a:extLst>
              <a:ext uri="{FF2B5EF4-FFF2-40B4-BE49-F238E27FC236}">
                <a16:creationId xmlns:a16="http://schemas.microsoft.com/office/drawing/2014/main" id="{144742E7-7D92-1D70-10A2-6A0F200BFB8C}"/>
              </a:ext>
            </a:extLst>
          </p:cNvPr>
          <p:cNvSpPr/>
          <p:nvPr/>
        </p:nvSpPr>
        <p:spPr>
          <a:xfrm rot="10800000" flipH="1">
            <a:off x="4202726" y="4944890"/>
            <a:ext cx="3012704" cy="745958"/>
          </a:xfrm>
          <a:custGeom>
            <a:avLst/>
            <a:gdLst>
              <a:gd name="connsiteX0" fmla="*/ 0 w 3012704"/>
              <a:gd name="connsiteY0" fmla="*/ 745958 h 745958"/>
              <a:gd name="connsiteX1" fmla="*/ 3012704 w 3012704"/>
              <a:gd name="connsiteY1" fmla="*/ 745958 h 745958"/>
              <a:gd name="connsiteX2" fmla="*/ 3012704 w 3012704"/>
              <a:gd name="connsiteY2" fmla="*/ 0 h 745958"/>
              <a:gd name="connsiteX3" fmla="*/ 408971 w 3012704"/>
              <a:gd name="connsiteY3" fmla="*/ 0 h 745958"/>
            </a:gdLst>
            <a:ahLst/>
            <a:cxnLst>
              <a:cxn ang="0">
                <a:pos x="connsiteX0" y="connsiteY0"/>
              </a:cxn>
              <a:cxn ang="0">
                <a:pos x="connsiteX1" y="connsiteY1"/>
              </a:cxn>
              <a:cxn ang="0">
                <a:pos x="connsiteX2" y="connsiteY2"/>
              </a:cxn>
              <a:cxn ang="0">
                <a:pos x="connsiteX3" y="connsiteY3"/>
              </a:cxn>
            </a:cxnLst>
            <a:rect l="l" t="t" r="r" b="b"/>
            <a:pathLst>
              <a:path w="3012704" h="745958">
                <a:moveTo>
                  <a:pt x="0" y="745958"/>
                </a:moveTo>
                <a:lnTo>
                  <a:pt x="3012704" y="745958"/>
                </a:lnTo>
                <a:lnTo>
                  <a:pt x="3012704" y="0"/>
                </a:lnTo>
                <a:lnTo>
                  <a:pt x="408971" y="0"/>
                </a:lnTo>
                <a:close/>
              </a:path>
            </a:pathLst>
          </a:cu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a:extLst>
              <a:ext uri="{FF2B5EF4-FFF2-40B4-BE49-F238E27FC236}">
                <a16:creationId xmlns:a16="http://schemas.microsoft.com/office/drawing/2014/main" id="{DEFD7AC5-C771-C42B-F20E-FC4E2D6C6987}"/>
              </a:ext>
            </a:extLst>
          </p:cNvPr>
          <p:cNvSpPr txBox="1"/>
          <p:nvPr/>
        </p:nvSpPr>
        <p:spPr>
          <a:xfrm>
            <a:off x="4969263" y="5148592"/>
            <a:ext cx="1826141" cy="338554"/>
          </a:xfrm>
          <a:prstGeom prst="rect">
            <a:avLst/>
          </a:prstGeom>
          <a:noFill/>
        </p:spPr>
        <p:txBody>
          <a:bodyPr wrap="none" rtlCol="0">
            <a:spAutoFit/>
          </a:bodyPr>
          <a:lstStyle/>
          <a:p>
            <a:r>
              <a:rPr kumimoji="1" lang="en-US" altLang="zh-CN" sz="1600" dirty="0">
                <a:solidFill>
                  <a:schemeClr val="bg1"/>
                </a:solidFill>
                <a:latin typeface="+mj-ea"/>
                <a:ea typeface="+mj-ea"/>
              </a:rPr>
              <a:t>BUSINESS</a:t>
            </a:r>
            <a:r>
              <a:rPr kumimoji="1" lang="zh-CN" altLang="en-US" sz="1600" dirty="0">
                <a:solidFill>
                  <a:schemeClr val="bg1"/>
                </a:solidFill>
                <a:latin typeface="+mj-ea"/>
                <a:ea typeface="+mj-ea"/>
              </a:rPr>
              <a:t> </a:t>
            </a:r>
            <a:r>
              <a:rPr kumimoji="1" lang="en-US" altLang="zh-CN" sz="1600" dirty="0">
                <a:solidFill>
                  <a:schemeClr val="bg1"/>
                </a:solidFill>
                <a:latin typeface="+mj-ea"/>
                <a:ea typeface="+mj-ea"/>
              </a:rPr>
              <a:t>TITLE</a:t>
            </a:r>
            <a:endParaRPr kumimoji="1" lang="zh-CN" altLang="en-US" sz="1600" dirty="0">
              <a:solidFill>
                <a:schemeClr val="bg1"/>
              </a:solidFill>
              <a:latin typeface="+mj-ea"/>
              <a:ea typeface="+mj-ea"/>
            </a:endParaRPr>
          </a:p>
        </p:txBody>
      </p:sp>
      <p:sp>
        <p:nvSpPr>
          <p:cNvPr id="11" name="文本框 10">
            <a:extLst>
              <a:ext uri="{FF2B5EF4-FFF2-40B4-BE49-F238E27FC236}">
                <a16:creationId xmlns:a16="http://schemas.microsoft.com/office/drawing/2014/main" id="{8FC2341B-81AC-4A1F-8A2E-0E2C2BCC3C44}"/>
              </a:ext>
            </a:extLst>
          </p:cNvPr>
          <p:cNvSpPr txBox="1"/>
          <p:nvPr/>
        </p:nvSpPr>
        <p:spPr>
          <a:xfrm>
            <a:off x="1026733" y="2386243"/>
            <a:ext cx="1917387" cy="307777"/>
          </a:xfrm>
          <a:prstGeom prst="rect">
            <a:avLst/>
          </a:prstGeom>
          <a:noFill/>
        </p:spPr>
        <p:txBody>
          <a:bodyPr wrap="square" rtlCol="0">
            <a:spAutoFit/>
          </a:bodyPr>
          <a:lstStyle/>
          <a:p>
            <a:pPr marL="285750" indent="-285750" algn="dist">
              <a:buFont typeface="Wingdings" pitchFamily="2" charset="2"/>
              <a:buChar char="n"/>
            </a:pPr>
            <a:r>
              <a:rPr kumimoji="1" lang="zh-CN" altLang="en-US"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输入标题文字内容</a:t>
            </a:r>
          </a:p>
        </p:txBody>
      </p:sp>
      <p:sp>
        <p:nvSpPr>
          <p:cNvPr id="12" name="文本框 11">
            <a:extLst>
              <a:ext uri="{FF2B5EF4-FFF2-40B4-BE49-F238E27FC236}">
                <a16:creationId xmlns:a16="http://schemas.microsoft.com/office/drawing/2014/main" id="{1E596923-CE8F-197E-A007-73029409CB61}"/>
              </a:ext>
            </a:extLst>
          </p:cNvPr>
          <p:cNvSpPr txBox="1"/>
          <p:nvPr/>
        </p:nvSpPr>
        <p:spPr>
          <a:xfrm>
            <a:off x="1287541" y="2665145"/>
            <a:ext cx="2539261" cy="810928"/>
          </a:xfrm>
          <a:prstGeom prst="rect">
            <a:avLst/>
          </a:prstGeom>
          <a:noFill/>
          <a:effectLst/>
        </p:spPr>
        <p:txBody>
          <a:bodyPr wrap="square" rtlCol="0">
            <a:spAutoFit/>
          </a:bodyPr>
          <a:lstStyle/>
          <a:p>
            <a:pPr algn="just">
              <a:lnSpc>
                <a:spcPct val="150000"/>
              </a:lnSpc>
            </a:pPr>
            <a:r>
              <a:rPr lang="zh-CN" altLang="en-US" sz="1100" dirty="0">
                <a:solidFill>
                  <a:schemeClr val="tx1">
                    <a:lumMod val="65000"/>
                    <a:lumOff val="35000"/>
                  </a:schemeClr>
                </a:solidFill>
                <a:latin typeface="+mn-ea"/>
                <a:cs typeface="+mn-ea"/>
                <a:sym typeface="+mn-lt"/>
              </a:rPr>
              <a:t>点击输入简要文字解说，解说文字尽量概括精炼，不用多余的文字修饰简洁精准。</a:t>
            </a:r>
            <a:endParaRPr lang="en-US" altLang="zh-CN" sz="1100" dirty="0">
              <a:solidFill>
                <a:schemeClr val="tx1">
                  <a:lumMod val="65000"/>
                  <a:lumOff val="35000"/>
                </a:schemeClr>
              </a:solidFill>
              <a:latin typeface="+mn-ea"/>
              <a:cs typeface="+mn-ea"/>
              <a:sym typeface="+mn-lt"/>
            </a:endParaRPr>
          </a:p>
        </p:txBody>
      </p:sp>
      <p:sp>
        <p:nvSpPr>
          <p:cNvPr id="13" name="文本框 12">
            <a:extLst>
              <a:ext uri="{FF2B5EF4-FFF2-40B4-BE49-F238E27FC236}">
                <a16:creationId xmlns:a16="http://schemas.microsoft.com/office/drawing/2014/main" id="{A4728DFC-7B11-D179-77C1-B76307227789}"/>
              </a:ext>
            </a:extLst>
          </p:cNvPr>
          <p:cNvSpPr txBox="1"/>
          <p:nvPr/>
        </p:nvSpPr>
        <p:spPr>
          <a:xfrm>
            <a:off x="1026733" y="4120205"/>
            <a:ext cx="1917387" cy="307777"/>
          </a:xfrm>
          <a:prstGeom prst="rect">
            <a:avLst/>
          </a:prstGeom>
          <a:noFill/>
        </p:spPr>
        <p:txBody>
          <a:bodyPr wrap="square" rtlCol="0">
            <a:spAutoFit/>
          </a:bodyPr>
          <a:lstStyle/>
          <a:p>
            <a:pPr marL="285750" indent="-285750" algn="dist">
              <a:buFont typeface="Wingdings" pitchFamily="2" charset="2"/>
              <a:buChar char="n"/>
            </a:pPr>
            <a:r>
              <a:rPr kumimoji="1" lang="zh-CN" altLang="en-US"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输入标题文字内容</a:t>
            </a:r>
          </a:p>
        </p:txBody>
      </p:sp>
      <p:sp>
        <p:nvSpPr>
          <p:cNvPr id="14" name="文本框 13">
            <a:extLst>
              <a:ext uri="{FF2B5EF4-FFF2-40B4-BE49-F238E27FC236}">
                <a16:creationId xmlns:a16="http://schemas.microsoft.com/office/drawing/2014/main" id="{7B50EBC1-D181-6591-1DC7-35763FB38A46}"/>
              </a:ext>
            </a:extLst>
          </p:cNvPr>
          <p:cNvSpPr txBox="1"/>
          <p:nvPr/>
        </p:nvSpPr>
        <p:spPr>
          <a:xfrm>
            <a:off x="1287541" y="4399107"/>
            <a:ext cx="2539261" cy="810928"/>
          </a:xfrm>
          <a:prstGeom prst="rect">
            <a:avLst/>
          </a:prstGeom>
          <a:noFill/>
          <a:effectLst/>
        </p:spPr>
        <p:txBody>
          <a:bodyPr wrap="square" rtlCol="0">
            <a:spAutoFit/>
          </a:bodyPr>
          <a:lstStyle/>
          <a:p>
            <a:pPr algn="just">
              <a:lnSpc>
                <a:spcPct val="150000"/>
              </a:lnSpc>
            </a:pPr>
            <a:r>
              <a:rPr lang="zh-CN" altLang="en-US" sz="1100" dirty="0">
                <a:solidFill>
                  <a:schemeClr val="tx1">
                    <a:lumMod val="65000"/>
                    <a:lumOff val="35000"/>
                  </a:schemeClr>
                </a:solidFill>
                <a:latin typeface="+mn-ea"/>
                <a:cs typeface="+mn-ea"/>
                <a:sym typeface="+mn-lt"/>
              </a:rPr>
              <a:t>点击输入简要文字解说，解说文字尽量概括精炼，不用多余的文字修饰简洁精准。</a:t>
            </a:r>
            <a:endParaRPr lang="en-US" altLang="zh-CN" sz="1100" dirty="0">
              <a:solidFill>
                <a:schemeClr val="tx1">
                  <a:lumMod val="65000"/>
                  <a:lumOff val="35000"/>
                </a:schemeClr>
              </a:solidFill>
              <a:latin typeface="+mn-ea"/>
              <a:cs typeface="+mn-ea"/>
              <a:sym typeface="+mn-lt"/>
            </a:endParaRPr>
          </a:p>
        </p:txBody>
      </p:sp>
      <p:sp>
        <p:nvSpPr>
          <p:cNvPr id="15" name="文本框 14">
            <a:extLst>
              <a:ext uri="{FF2B5EF4-FFF2-40B4-BE49-F238E27FC236}">
                <a16:creationId xmlns:a16="http://schemas.microsoft.com/office/drawing/2014/main" id="{988309E4-59AE-E73F-1C70-B8FD321EB61C}"/>
              </a:ext>
            </a:extLst>
          </p:cNvPr>
          <p:cNvSpPr txBox="1"/>
          <p:nvPr/>
        </p:nvSpPr>
        <p:spPr>
          <a:xfrm>
            <a:off x="8443535" y="2386243"/>
            <a:ext cx="1917387" cy="307777"/>
          </a:xfrm>
          <a:prstGeom prst="rect">
            <a:avLst/>
          </a:prstGeom>
          <a:noFill/>
        </p:spPr>
        <p:txBody>
          <a:bodyPr wrap="square" rtlCol="0">
            <a:spAutoFit/>
          </a:bodyPr>
          <a:lstStyle/>
          <a:p>
            <a:pPr marL="285750" indent="-285750" algn="dist">
              <a:buFont typeface="Wingdings" pitchFamily="2" charset="2"/>
              <a:buChar char="n"/>
            </a:pPr>
            <a:r>
              <a:rPr kumimoji="1" lang="zh-CN" altLang="en-US"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输入标题文字内容</a:t>
            </a:r>
          </a:p>
        </p:txBody>
      </p:sp>
      <p:sp>
        <p:nvSpPr>
          <p:cNvPr id="16" name="文本框 15">
            <a:extLst>
              <a:ext uri="{FF2B5EF4-FFF2-40B4-BE49-F238E27FC236}">
                <a16:creationId xmlns:a16="http://schemas.microsoft.com/office/drawing/2014/main" id="{958C6245-5FEA-11FA-3911-C2DCF2986C21}"/>
              </a:ext>
            </a:extLst>
          </p:cNvPr>
          <p:cNvSpPr txBox="1"/>
          <p:nvPr/>
        </p:nvSpPr>
        <p:spPr>
          <a:xfrm>
            <a:off x="8704343" y="2665145"/>
            <a:ext cx="2539261" cy="810928"/>
          </a:xfrm>
          <a:prstGeom prst="rect">
            <a:avLst/>
          </a:prstGeom>
          <a:noFill/>
          <a:effectLst/>
        </p:spPr>
        <p:txBody>
          <a:bodyPr wrap="square" rtlCol="0">
            <a:spAutoFit/>
          </a:bodyPr>
          <a:lstStyle/>
          <a:p>
            <a:pPr algn="just">
              <a:lnSpc>
                <a:spcPct val="150000"/>
              </a:lnSpc>
            </a:pPr>
            <a:r>
              <a:rPr lang="zh-CN" altLang="en-US" sz="1100" dirty="0">
                <a:solidFill>
                  <a:schemeClr val="tx1">
                    <a:lumMod val="65000"/>
                    <a:lumOff val="35000"/>
                  </a:schemeClr>
                </a:solidFill>
                <a:latin typeface="+mn-ea"/>
                <a:cs typeface="+mn-ea"/>
                <a:sym typeface="+mn-lt"/>
              </a:rPr>
              <a:t>点击输入简要文字解说，解说文字尽量概括精炼，不用多余的文字修饰简洁精准。</a:t>
            </a:r>
            <a:endParaRPr lang="en-US" altLang="zh-CN" sz="1100" dirty="0">
              <a:solidFill>
                <a:schemeClr val="tx1">
                  <a:lumMod val="65000"/>
                  <a:lumOff val="35000"/>
                </a:schemeClr>
              </a:solidFill>
              <a:latin typeface="+mn-ea"/>
              <a:cs typeface="+mn-ea"/>
              <a:sym typeface="+mn-lt"/>
            </a:endParaRPr>
          </a:p>
        </p:txBody>
      </p:sp>
      <p:sp>
        <p:nvSpPr>
          <p:cNvPr id="17" name="文本框 16">
            <a:extLst>
              <a:ext uri="{FF2B5EF4-FFF2-40B4-BE49-F238E27FC236}">
                <a16:creationId xmlns:a16="http://schemas.microsoft.com/office/drawing/2014/main" id="{9F12CE2B-8659-C569-6C99-F5034288F6BF}"/>
              </a:ext>
            </a:extLst>
          </p:cNvPr>
          <p:cNvSpPr txBox="1"/>
          <p:nvPr/>
        </p:nvSpPr>
        <p:spPr>
          <a:xfrm>
            <a:off x="8443535" y="4120205"/>
            <a:ext cx="1917387" cy="307777"/>
          </a:xfrm>
          <a:prstGeom prst="rect">
            <a:avLst/>
          </a:prstGeom>
          <a:noFill/>
        </p:spPr>
        <p:txBody>
          <a:bodyPr wrap="square" rtlCol="0">
            <a:spAutoFit/>
          </a:bodyPr>
          <a:lstStyle/>
          <a:p>
            <a:pPr marL="285750" indent="-285750" algn="dist">
              <a:buFont typeface="Wingdings" pitchFamily="2" charset="2"/>
              <a:buChar char="n"/>
            </a:pPr>
            <a:r>
              <a:rPr kumimoji="1" lang="zh-CN" altLang="en-US"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输入标题文字内容</a:t>
            </a:r>
          </a:p>
        </p:txBody>
      </p:sp>
      <p:sp>
        <p:nvSpPr>
          <p:cNvPr id="18" name="文本框 17">
            <a:extLst>
              <a:ext uri="{FF2B5EF4-FFF2-40B4-BE49-F238E27FC236}">
                <a16:creationId xmlns:a16="http://schemas.microsoft.com/office/drawing/2014/main" id="{CD993549-8B3E-4E25-C41B-E0FC7EFBA6CA}"/>
              </a:ext>
            </a:extLst>
          </p:cNvPr>
          <p:cNvSpPr txBox="1"/>
          <p:nvPr/>
        </p:nvSpPr>
        <p:spPr>
          <a:xfrm>
            <a:off x="8704343" y="4399107"/>
            <a:ext cx="2539261" cy="810928"/>
          </a:xfrm>
          <a:prstGeom prst="rect">
            <a:avLst/>
          </a:prstGeom>
          <a:noFill/>
          <a:effectLst/>
        </p:spPr>
        <p:txBody>
          <a:bodyPr wrap="square" rtlCol="0">
            <a:spAutoFit/>
          </a:bodyPr>
          <a:lstStyle/>
          <a:p>
            <a:pPr algn="just">
              <a:lnSpc>
                <a:spcPct val="150000"/>
              </a:lnSpc>
            </a:pPr>
            <a:r>
              <a:rPr lang="zh-CN" altLang="en-US" sz="1100" dirty="0">
                <a:solidFill>
                  <a:schemeClr val="tx1">
                    <a:lumMod val="65000"/>
                    <a:lumOff val="35000"/>
                  </a:schemeClr>
                </a:solidFill>
                <a:latin typeface="+mn-ea"/>
                <a:cs typeface="+mn-ea"/>
                <a:sym typeface="+mn-lt"/>
              </a:rPr>
              <a:t>点击输入简要文字解说，解说文字尽量概括精炼，不用多余的文字修饰简洁精准。</a:t>
            </a:r>
            <a:endParaRPr lang="en-US" altLang="zh-CN" sz="1100" dirty="0">
              <a:solidFill>
                <a:schemeClr val="tx1">
                  <a:lumMod val="65000"/>
                  <a:lumOff val="35000"/>
                </a:schemeClr>
              </a:solidFill>
              <a:latin typeface="+mn-ea"/>
              <a:cs typeface="+mn-ea"/>
              <a:sym typeface="+mn-lt"/>
            </a:endParaRPr>
          </a:p>
        </p:txBody>
      </p:sp>
      <p:sp>
        <p:nvSpPr>
          <p:cNvPr id="19" name="Freeform 46">
            <a:extLst>
              <a:ext uri="{FF2B5EF4-FFF2-40B4-BE49-F238E27FC236}">
                <a16:creationId xmlns:a16="http://schemas.microsoft.com/office/drawing/2014/main" id="{119F9F82-58AF-1669-8E1B-374BD905F603}"/>
              </a:ext>
            </a:extLst>
          </p:cNvPr>
          <p:cNvSpPr>
            <a:spLocks noEditPoints="1"/>
          </p:cNvSpPr>
          <p:nvPr/>
        </p:nvSpPr>
        <p:spPr bwMode="auto">
          <a:xfrm>
            <a:off x="5826280" y="3124756"/>
            <a:ext cx="629042" cy="633519"/>
          </a:xfrm>
          <a:custGeom>
            <a:avLst/>
            <a:gdLst>
              <a:gd name="T0" fmla="*/ 198 w 201"/>
              <a:gd name="T1" fmla="*/ 35 h 202"/>
              <a:gd name="T2" fmla="*/ 188 w 201"/>
              <a:gd name="T3" fmla="*/ 44 h 202"/>
              <a:gd name="T4" fmla="*/ 157 w 201"/>
              <a:gd name="T5" fmla="*/ 13 h 202"/>
              <a:gd name="T6" fmla="*/ 167 w 201"/>
              <a:gd name="T7" fmla="*/ 4 h 202"/>
              <a:gd name="T8" fmla="*/ 179 w 201"/>
              <a:gd name="T9" fmla="*/ 3 h 202"/>
              <a:gd name="T10" fmla="*/ 198 w 201"/>
              <a:gd name="T11" fmla="*/ 23 h 202"/>
              <a:gd name="T12" fmla="*/ 198 w 201"/>
              <a:gd name="T13" fmla="*/ 35 h 202"/>
              <a:gd name="T14" fmla="*/ 115 w 201"/>
              <a:gd name="T15" fmla="*/ 117 h 202"/>
              <a:gd name="T16" fmla="*/ 84 w 201"/>
              <a:gd name="T17" fmla="*/ 86 h 202"/>
              <a:gd name="T18" fmla="*/ 153 w 201"/>
              <a:gd name="T19" fmla="*/ 18 h 202"/>
              <a:gd name="T20" fmla="*/ 184 w 201"/>
              <a:gd name="T21" fmla="*/ 49 h 202"/>
              <a:gd name="T22" fmla="*/ 115 w 201"/>
              <a:gd name="T23" fmla="*/ 117 h 202"/>
              <a:gd name="T24" fmla="*/ 111 w 201"/>
              <a:gd name="T25" fmla="*/ 121 h 202"/>
              <a:gd name="T26" fmla="*/ 67 w 201"/>
              <a:gd name="T27" fmla="*/ 133 h 202"/>
              <a:gd name="T28" fmla="*/ 80 w 201"/>
              <a:gd name="T29" fmla="*/ 90 h 202"/>
              <a:gd name="T30" fmla="*/ 111 w 201"/>
              <a:gd name="T31" fmla="*/ 121 h 202"/>
              <a:gd name="T32" fmla="*/ 39 w 201"/>
              <a:gd name="T33" fmla="*/ 26 h 202"/>
              <a:gd name="T34" fmla="*/ 20 w 201"/>
              <a:gd name="T35" fmla="*/ 45 h 202"/>
              <a:gd name="T36" fmla="*/ 20 w 201"/>
              <a:gd name="T37" fmla="*/ 162 h 202"/>
              <a:gd name="T38" fmla="*/ 39 w 201"/>
              <a:gd name="T39" fmla="*/ 182 h 202"/>
              <a:gd name="T40" fmla="*/ 156 w 201"/>
              <a:gd name="T41" fmla="*/ 182 h 202"/>
              <a:gd name="T42" fmla="*/ 176 w 201"/>
              <a:gd name="T43" fmla="*/ 162 h 202"/>
              <a:gd name="T44" fmla="*/ 176 w 201"/>
              <a:gd name="T45" fmla="*/ 85 h 202"/>
              <a:gd name="T46" fmla="*/ 196 w 201"/>
              <a:gd name="T47" fmla="*/ 66 h 202"/>
              <a:gd name="T48" fmla="*/ 196 w 201"/>
              <a:gd name="T49" fmla="*/ 169 h 202"/>
              <a:gd name="T50" fmla="*/ 163 w 201"/>
              <a:gd name="T51" fmla="*/ 202 h 202"/>
              <a:gd name="T52" fmla="*/ 32 w 201"/>
              <a:gd name="T53" fmla="*/ 202 h 202"/>
              <a:gd name="T54" fmla="*/ 0 w 201"/>
              <a:gd name="T55" fmla="*/ 169 h 202"/>
              <a:gd name="T56" fmla="*/ 0 w 201"/>
              <a:gd name="T57" fmla="*/ 40 h 202"/>
              <a:gd name="T58" fmla="*/ 32 w 201"/>
              <a:gd name="T59" fmla="*/ 6 h 202"/>
              <a:gd name="T60" fmla="*/ 136 w 201"/>
              <a:gd name="T61" fmla="*/ 6 h 202"/>
              <a:gd name="T62" fmla="*/ 116 w 201"/>
              <a:gd name="T63" fmla="*/ 26 h 202"/>
              <a:gd name="T64" fmla="*/ 39 w 201"/>
              <a:gd name="T65" fmla="*/ 26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1" h="202">
                <a:moveTo>
                  <a:pt x="198" y="35"/>
                </a:moveTo>
                <a:cubicBezTo>
                  <a:pt x="188" y="44"/>
                  <a:pt x="188" y="44"/>
                  <a:pt x="188" y="44"/>
                </a:cubicBezTo>
                <a:cubicBezTo>
                  <a:pt x="157" y="13"/>
                  <a:pt x="157" y="13"/>
                  <a:pt x="157" y="13"/>
                </a:cubicBezTo>
                <a:cubicBezTo>
                  <a:pt x="167" y="4"/>
                  <a:pt x="167" y="4"/>
                  <a:pt x="167" y="4"/>
                </a:cubicBezTo>
                <a:cubicBezTo>
                  <a:pt x="170" y="0"/>
                  <a:pt x="175" y="0"/>
                  <a:pt x="179" y="3"/>
                </a:cubicBezTo>
                <a:cubicBezTo>
                  <a:pt x="198" y="23"/>
                  <a:pt x="198" y="23"/>
                  <a:pt x="198" y="23"/>
                </a:cubicBezTo>
                <a:cubicBezTo>
                  <a:pt x="201" y="26"/>
                  <a:pt x="201" y="31"/>
                  <a:pt x="198" y="35"/>
                </a:cubicBezTo>
                <a:close/>
                <a:moveTo>
                  <a:pt x="115" y="117"/>
                </a:moveTo>
                <a:cubicBezTo>
                  <a:pt x="84" y="86"/>
                  <a:pt x="84" y="86"/>
                  <a:pt x="84" y="86"/>
                </a:cubicBezTo>
                <a:cubicBezTo>
                  <a:pt x="153" y="18"/>
                  <a:pt x="153" y="18"/>
                  <a:pt x="153" y="18"/>
                </a:cubicBezTo>
                <a:cubicBezTo>
                  <a:pt x="184" y="49"/>
                  <a:pt x="184" y="49"/>
                  <a:pt x="184" y="49"/>
                </a:cubicBezTo>
                <a:lnTo>
                  <a:pt x="115" y="117"/>
                </a:lnTo>
                <a:close/>
                <a:moveTo>
                  <a:pt x="111" y="121"/>
                </a:moveTo>
                <a:cubicBezTo>
                  <a:pt x="67" y="133"/>
                  <a:pt x="67" y="133"/>
                  <a:pt x="67" y="133"/>
                </a:cubicBezTo>
                <a:cubicBezTo>
                  <a:pt x="80" y="90"/>
                  <a:pt x="80" y="90"/>
                  <a:pt x="80" y="90"/>
                </a:cubicBezTo>
                <a:lnTo>
                  <a:pt x="111" y="121"/>
                </a:lnTo>
                <a:close/>
                <a:moveTo>
                  <a:pt x="39" y="26"/>
                </a:moveTo>
                <a:cubicBezTo>
                  <a:pt x="28" y="26"/>
                  <a:pt x="20" y="34"/>
                  <a:pt x="20" y="45"/>
                </a:cubicBezTo>
                <a:cubicBezTo>
                  <a:pt x="20" y="162"/>
                  <a:pt x="20" y="162"/>
                  <a:pt x="20" y="162"/>
                </a:cubicBezTo>
                <a:cubicBezTo>
                  <a:pt x="20" y="173"/>
                  <a:pt x="28" y="182"/>
                  <a:pt x="39" y="182"/>
                </a:cubicBezTo>
                <a:cubicBezTo>
                  <a:pt x="156" y="182"/>
                  <a:pt x="156" y="182"/>
                  <a:pt x="156" y="182"/>
                </a:cubicBezTo>
                <a:cubicBezTo>
                  <a:pt x="167" y="182"/>
                  <a:pt x="176" y="173"/>
                  <a:pt x="176" y="162"/>
                </a:cubicBezTo>
                <a:cubicBezTo>
                  <a:pt x="176" y="85"/>
                  <a:pt x="176" y="85"/>
                  <a:pt x="176" y="85"/>
                </a:cubicBezTo>
                <a:cubicBezTo>
                  <a:pt x="196" y="66"/>
                  <a:pt x="196" y="66"/>
                  <a:pt x="196" y="66"/>
                </a:cubicBezTo>
                <a:cubicBezTo>
                  <a:pt x="196" y="169"/>
                  <a:pt x="196" y="169"/>
                  <a:pt x="196" y="169"/>
                </a:cubicBezTo>
                <a:cubicBezTo>
                  <a:pt x="196" y="187"/>
                  <a:pt x="181" y="202"/>
                  <a:pt x="163" y="202"/>
                </a:cubicBezTo>
                <a:cubicBezTo>
                  <a:pt x="32" y="202"/>
                  <a:pt x="32" y="202"/>
                  <a:pt x="32" y="202"/>
                </a:cubicBezTo>
                <a:cubicBezTo>
                  <a:pt x="14" y="202"/>
                  <a:pt x="0" y="187"/>
                  <a:pt x="0" y="169"/>
                </a:cubicBezTo>
                <a:cubicBezTo>
                  <a:pt x="0" y="40"/>
                  <a:pt x="0" y="40"/>
                  <a:pt x="0" y="40"/>
                </a:cubicBezTo>
                <a:cubicBezTo>
                  <a:pt x="0" y="22"/>
                  <a:pt x="14" y="6"/>
                  <a:pt x="32" y="6"/>
                </a:cubicBezTo>
                <a:cubicBezTo>
                  <a:pt x="136" y="6"/>
                  <a:pt x="136" y="6"/>
                  <a:pt x="136" y="6"/>
                </a:cubicBezTo>
                <a:cubicBezTo>
                  <a:pt x="116" y="26"/>
                  <a:pt x="116" y="26"/>
                  <a:pt x="116" y="26"/>
                </a:cubicBezTo>
                <a:lnTo>
                  <a:pt x="39" y="26"/>
                </a:lnTo>
                <a:close/>
              </a:path>
            </a:pathLst>
          </a:custGeom>
          <a:gradFill>
            <a:gsLst>
              <a:gs pos="0">
                <a:srgbClr val="2D5293"/>
              </a:gs>
              <a:gs pos="100000">
                <a:srgbClr val="1F3764"/>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20" name="文本框 19">
            <a:extLst>
              <a:ext uri="{FF2B5EF4-FFF2-40B4-BE49-F238E27FC236}">
                <a16:creationId xmlns:a16="http://schemas.microsoft.com/office/drawing/2014/main" id="{4BDEE57F-FB6D-7778-1702-53344D6651CC}"/>
              </a:ext>
            </a:extLst>
          </p:cNvPr>
          <p:cNvSpPr txBox="1"/>
          <p:nvPr/>
        </p:nvSpPr>
        <p:spPr>
          <a:xfrm>
            <a:off x="5303072" y="3768595"/>
            <a:ext cx="1675459" cy="400110"/>
          </a:xfrm>
          <a:prstGeom prst="rect">
            <a:avLst/>
          </a:prstGeom>
          <a:noFill/>
        </p:spPr>
        <p:txBody>
          <a:bodyPr wrap="none" rtlCol="0">
            <a:spAutoFit/>
          </a:bodyPr>
          <a:lstStyle/>
          <a:p>
            <a:r>
              <a:rPr kumimoji="1" lang="en-US" altLang="zh-CN" sz="2000" dirty="0">
                <a:solidFill>
                  <a:schemeClr val="tx1">
                    <a:lumMod val="65000"/>
                    <a:lumOff val="35000"/>
                  </a:schemeClr>
                </a:solidFill>
                <a:latin typeface="+mn-ea"/>
              </a:rPr>
              <a:t>2O25</a:t>
            </a:r>
            <a:r>
              <a:rPr kumimoji="1" lang="zh-CN" altLang="en-US" sz="2000" dirty="0">
                <a:solidFill>
                  <a:schemeClr val="tx1">
                    <a:lumMod val="65000"/>
                    <a:lumOff val="35000"/>
                  </a:schemeClr>
                </a:solidFill>
                <a:latin typeface="+mn-ea"/>
              </a:rPr>
              <a:t> </a:t>
            </a:r>
            <a:r>
              <a:rPr kumimoji="1" lang="en-US" altLang="zh-CN" sz="2000" dirty="0">
                <a:solidFill>
                  <a:schemeClr val="tx1">
                    <a:lumMod val="65000"/>
                    <a:lumOff val="35000"/>
                  </a:schemeClr>
                </a:solidFill>
                <a:latin typeface="+mn-ea"/>
              </a:rPr>
              <a:t>–</a:t>
            </a:r>
            <a:r>
              <a:rPr kumimoji="1" lang="zh-CN" altLang="en-US" sz="2000" dirty="0">
                <a:solidFill>
                  <a:schemeClr val="tx1">
                    <a:lumMod val="65000"/>
                    <a:lumOff val="35000"/>
                  </a:schemeClr>
                </a:solidFill>
                <a:latin typeface="+mn-ea"/>
              </a:rPr>
              <a:t> </a:t>
            </a:r>
            <a:r>
              <a:rPr kumimoji="1" lang="en-US" altLang="zh-CN" sz="2000" dirty="0">
                <a:solidFill>
                  <a:schemeClr val="tx1">
                    <a:lumMod val="65000"/>
                    <a:lumOff val="35000"/>
                  </a:schemeClr>
                </a:solidFill>
                <a:latin typeface="+mn-ea"/>
              </a:rPr>
              <a:t>2O26</a:t>
            </a:r>
            <a:endParaRPr kumimoji="1" lang="zh-CN" altLang="en-US" sz="2000" dirty="0">
              <a:solidFill>
                <a:schemeClr val="tx1">
                  <a:lumMod val="65000"/>
                  <a:lumOff val="35000"/>
                </a:schemeClr>
              </a:solidFill>
              <a:latin typeface="+mn-ea"/>
            </a:endParaRPr>
          </a:p>
        </p:txBody>
      </p:sp>
      <p:sp>
        <p:nvSpPr>
          <p:cNvPr id="21" name="文本框 20">
            <a:extLst>
              <a:ext uri="{FF2B5EF4-FFF2-40B4-BE49-F238E27FC236}">
                <a16:creationId xmlns:a16="http://schemas.microsoft.com/office/drawing/2014/main" id="{CDAFC833-A88D-6323-758C-C8E2F0A7F98F}"/>
              </a:ext>
            </a:extLst>
          </p:cNvPr>
          <p:cNvSpPr txBox="1"/>
          <p:nvPr/>
        </p:nvSpPr>
        <p:spPr>
          <a:xfrm>
            <a:off x="5433313" y="4108647"/>
            <a:ext cx="1414977" cy="230832"/>
          </a:xfrm>
          <a:prstGeom prst="rect">
            <a:avLst/>
          </a:prstGeom>
          <a:noFill/>
        </p:spPr>
        <p:txBody>
          <a:bodyPr wrap="square" rtlCol="0">
            <a:spAutoFit/>
          </a:bodyPr>
          <a:lstStyle/>
          <a:p>
            <a:pPr algn="dist"/>
            <a:r>
              <a:rPr kumimoji="1" lang="en-US" altLang="zh-CN" sz="900" dirty="0">
                <a:solidFill>
                  <a:schemeClr val="tx1">
                    <a:lumMod val="75000"/>
                    <a:lumOff val="25000"/>
                  </a:schemeClr>
                </a:solidFill>
                <a:latin typeface="+mn-ea"/>
              </a:rPr>
              <a:t>ENTER</a:t>
            </a:r>
            <a:r>
              <a:rPr kumimoji="1" lang="zh-CN" altLang="en-US" sz="900" dirty="0">
                <a:solidFill>
                  <a:schemeClr val="tx1">
                    <a:lumMod val="75000"/>
                    <a:lumOff val="25000"/>
                  </a:schemeClr>
                </a:solidFill>
                <a:latin typeface="+mn-ea"/>
              </a:rPr>
              <a:t> </a:t>
            </a:r>
            <a:r>
              <a:rPr kumimoji="1" lang="en-US" altLang="zh-CN" sz="900" dirty="0">
                <a:solidFill>
                  <a:schemeClr val="tx1">
                    <a:lumMod val="75000"/>
                    <a:lumOff val="25000"/>
                  </a:schemeClr>
                </a:solidFill>
                <a:latin typeface="+mn-ea"/>
              </a:rPr>
              <a:t>TITLE</a:t>
            </a:r>
            <a:r>
              <a:rPr kumimoji="1" lang="zh-CN" altLang="en-US" sz="900" dirty="0">
                <a:solidFill>
                  <a:schemeClr val="tx1">
                    <a:lumMod val="75000"/>
                    <a:lumOff val="25000"/>
                  </a:schemeClr>
                </a:solidFill>
                <a:latin typeface="+mn-ea"/>
              </a:rPr>
              <a:t> </a:t>
            </a:r>
            <a:r>
              <a:rPr kumimoji="1" lang="en-US" altLang="zh-CN" sz="900" dirty="0">
                <a:solidFill>
                  <a:schemeClr val="tx1">
                    <a:lumMod val="75000"/>
                    <a:lumOff val="25000"/>
                  </a:schemeClr>
                </a:solidFill>
                <a:latin typeface="+mn-ea"/>
              </a:rPr>
              <a:t>HERE</a:t>
            </a:r>
            <a:endParaRPr kumimoji="1" lang="zh-CN" altLang="en-US" sz="900" dirty="0">
              <a:solidFill>
                <a:schemeClr val="tx1">
                  <a:lumMod val="75000"/>
                  <a:lumOff val="25000"/>
                </a:schemeClr>
              </a:solidFill>
              <a:latin typeface="+mn-ea"/>
            </a:endParaRPr>
          </a:p>
        </p:txBody>
      </p:sp>
    </p:spTree>
    <p:extLst>
      <p:ext uri="{BB962C8B-B14F-4D97-AF65-F5344CB8AC3E}">
        <p14:creationId xmlns:p14="http://schemas.microsoft.com/office/powerpoint/2010/main" val="208335851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heckerboard(across)">
                                      <p:cBhvr>
                                        <p:cTn id="7" dur="500"/>
                                        <p:tgtEl>
                                          <p:spTgt spid="11"/>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5" presetClass="entr" presetSubtype="1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checkerboard(across)">
                                      <p:cBhvr>
                                        <p:cTn id="15" dur="500"/>
                                        <p:tgtEl>
                                          <p:spTgt spid="13"/>
                                        </p:tgtEl>
                                      </p:cBhvr>
                                    </p:animEffect>
                                  </p:childTnLst>
                                </p:cTn>
                              </p:par>
                            </p:childTnLst>
                          </p:cTn>
                        </p:par>
                        <p:par>
                          <p:cTn id="16" fill="hold">
                            <p:stCondLst>
                              <p:cond delay="1000"/>
                            </p:stCondLst>
                            <p:childTnLst>
                              <p:par>
                                <p:cTn id="17" presetID="2" presetClass="entr" presetSubtype="4"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par>
                                <p:cTn id="21" presetID="5" presetClass="entr" presetSubtype="1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heckerboard(across)">
                                      <p:cBhvr>
                                        <p:cTn id="23" dur="500"/>
                                        <p:tgtEl>
                                          <p:spTgt spid="15"/>
                                        </p:tgtEl>
                                      </p:cBhvr>
                                    </p:animEffect>
                                  </p:childTnLst>
                                </p:cTn>
                              </p:par>
                            </p:childTnLst>
                          </p:cTn>
                        </p:par>
                        <p:par>
                          <p:cTn id="24" fill="hold">
                            <p:stCondLst>
                              <p:cond delay="1500"/>
                            </p:stCondLst>
                            <p:childTnLst>
                              <p:par>
                                <p:cTn id="25" presetID="2" presetClass="entr" presetSubtype="4"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ppt_x"/>
                                          </p:val>
                                        </p:tav>
                                        <p:tav tm="100000">
                                          <p:val>
                                            <p:strVal val="#ppt_x"/>
                                          </p:val>
                                        </p:tav>
                                      </p:tavLst>
                                    </p:anim>
                                    <p:anim calcmode="lin" valueType="num">
                                      <p:cBhvr additive="base">
                                        <p:cTn id="28" dur="500" fill="hold"/>
                                        <p:tgtEl>
                                          <p:spTgt spid="16"/>
                                        </p:tgtEl>
                                        <p:attrNameLst>
                                          <p:attrName>ppt_y</p:attrName>
                                        </p:attrNameLst>
                                      </p:cBhvr>
                                      <p:tavLst>
                                        <p:tav tm="0">
                                          <p:val>
                                            <p:strVal val="1+#ppt_h/2"/>
                                          </p:val>
                                        </p:tav>
                                        <p:tav tm="100000">
                                          <p:val>
                                            <p:strVal val="#ppt_y"/>
                                          </p:val>
                                        </p:tav>
                                      </p:tavLst>
                                    </p:anim>
                                  </p:childTnLst>
                                </p:cTn>
                              </p:par>
                              <p:par>
                                <p:cTn id="29" presetID="5" presetClass="entr" presetSubtype="1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checkerboard(across)">
                                      <p:cBhvr>
                                        <p:cTn id="31" dur="500"/>
                                        <p:tgtEl>
                                          <p:spTgt spid="17"/>
                                        </p:tgtEl>
                                      </p:cBhvr>
                                    </p:animEffect>
                                  </p:childTnLst>
                                </p:cTn>
                              </p:par>
                            </p:childTnLst>
                          </p:cTn>
                        </p:par>
                        <p:par>
                          <p:cTn id="32" fill="hold">
                            <p:stCondLst>
                              <p:cond delay="2000"/>
                            </p:stCondLst>
                            <p:childTnLst>
                              <p:par>
                                <p:cTn id="33" presetID="2" presetClass="entr" presetSubtype="4"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additive="base">
                                        <p:cTn id="35" dur="500" fill="hold"/>
                                        <p:tgtEl>
                                          <p:spTgt spid="18"/>
                                        </p:tgtEl>
                                        <p:attrNameLst>
                                          <p:attrName>ppt_x</p:attrName>
                                        </p:attrNameLst>
                                      </p:cBhvr>
                                      <p:tavLst>
                                        <p:tav tm="0">
                                          <p:val>
                                            <p:strVal val="#ppt_x"/>
                                          </p:val>
                                        </p:tav>
                                        <p:tav tm="100000">
                                          <p:val>
                                            <p:strVal val="#ppt_x"/>
                                          </p:val>
                                        </p:tav>
                                      </p:tavLst>
                                    </p:anim>
                                    <p:anim calcmode="lin" valueType="num">
                                      <p:cBhvr additive="base">
                                        <p:cTn id="3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P spid="17"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D1DD3-6D66-9437-79EC-C11F3B624D09}"/>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861E89C4-84E2-D7F7-8C9B-B33F843FEB16}"/>
              </a:ext>
            </a:extLst>
          </p:cNvPr>
          <p:cNvSpPr txBox="1"/>
          <p:nvPr/>
        </p:nvSpPr>
        <p:spPr>
          <a:xfrm>
            <a:off x="181204" y="259385"/>
            <a:ext cx="2550426" cy="646331"/>
          </a:xfrm>
          <a:prstGeom prst="rect">
            <a:avLst/>
          </a:prstGeom>
          <a:noFill/>
        </p:spPr>
        <p:txBody>
          <a:bodyPr wrap="square" rtlCol="0">
            <a:spAutoFit/>
          </a:bodyPr>
          <a:lstStyle/>
          <a:p>
            <a:pPr algn="dist"/>
            <a:r>
              <a:rPr kumimoji="1" lang="zh-CN" altLang="en-US" sz="3600" dirty="0">
                <a:solidFill>
                  <a:schemeClr val="bg1"/>
                </a:soli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问题不足</a:t>
            </a:r>
          </a:p>
        </p:txBody>
      </p:sp>
      <p:sp>
        <p:nvSpPr>
          <p:cNvPr id="3" name="矩形 2">
            <a:extLst>
              <a:ext uri="{FF2B5EF4-FFF2-40B4-BE49-F238E27FC236}">
                <a16:creationId xmlns:a16="http://schemas.microsoft.com/office/drawing/2014/main" id="{838F357D-F158-9188-4EB7-FE6BABEA5FBC}"/>
              </a:ext>
            </a:extLst>
          </p:cNvPr>
          <p:cNvSpPr/>
          <p:nvPr/>
        </p:nvSpPr>
        <p:spPr>
          <a:xfrm>
            <a:off x="1863212" y="4928489"/>
            <a:ext cx="8662219" cy="698090"/>
          </a:xfrm>
          <a:prstGeom prst="rect">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框 3">
            <a:extLst>
              <a:ext uri="{FF2B5EF4-FFF2-40B4-BE49-F238E27FC236}">
                <a16:creationId xmlns:a16="http://schemas.microsoft.com/office/drawing/2014/main" id="{3DC69389-9E5B-22C6-EB2F-A73D50198B5A}"/>
              </a:ext>
            </a:extLst>
          </p:cNvPr>
          <p:cNvSpPr txBox="1"/>
          <p:nvPr/>
        </p:nvSpPr>
        <p:spPr>
          <a:xfrm>
            <a:off x="3605652" y="5062090"/>
            <a:ext cx="5177337" cy="430887"/>
          </a:xfrm>
          <a:prstGeom prst="rect">
            <a:avLst/>
          </a:prstGeom>
          <a:noFill/>
        </p:spPr>
        <p:txBody>
          <a:bodyPr wrap="square" rtlCol="0">
            <a:spAutoFit/>
          </a:bodyPr>
          <a:lstStyle/>
          <a:p>
            <a:pPr algn="dist"/>
            <a:r>
              <a:rPr kumimoji="1" lang="zh-CN" altLang="en-US" sz="2200" dirty="0">
                <a:solidFill>
                  <a:schemeClr val="bg1"/>
                </a:solidFill>
                <a:latin typeface="+mn-ea"/>
                <a:cs typeface="+mn-ea"/>
                <a:sym typeface="+mn-lt"/>
              </a:rPr>
              <a:t>输入标题文字内容 </a:t>
            </a:r>
            <a:r>
              <a:rPr kumimoji="1" lang="en-US" altLang="zh-CN" sz="2200" dirty="0">
                <a:solidFill>
                  <a:schemeClr val="bg1"/>
                </a:solidFill>
                <a:latin typeface="+mn-ea"/>
              </a:rPr>
              <a:t>ENTER</a:t>
            </a:r>
            <a:r>
              <a:rPr kumimoji="1" lang="zh-CN" altLang="en-US" sz="2200" dirty="0">
                <a:solidFill>
                  <a:schemeClr val="bg1"/>
                </a:solidFill>
                <a:latin typeface="+mn-ea"/>
              </a:rPr>
              <a:t> </a:t>
            </a:r>
            <a:r>
              <a:rPr kumimoji="1" lang="en-US" altLang="zh-CN" sz="2200" dirty="0">
                <a:solidFill>
                  <a:schemeClr val="bg1"/>
                </a:solidFill>
                <a:latin typeface="+mn-ea"/>
              </a:rPr>
              <a:t>TITLE</a:t>
            </a:r>
            <a:r>
              <a:rPr kumimoji="1" lang="zh-CN" altLang="en-US" sz="2200" dirty="0">
                <a:solidFill>
                  <a:schemeClr val="bg1"/>
                </a:solidFill>
                <a:latin typeface="+mn-ea"/>
              </a:rPr>
              <a:t> </a:t>
            </a:r>
            <a:r>
              <a:rPr kumimoji="1" lang="en-US" altLang="zh-CN" sz="2200" dirty="0">
                <a:solidFill>
                  <a:schemeClr val="bg1"/>
                </a:solidFill>
                <a:latin typeface="+mn-ea"/>
              </a:rPr>
              <a:t>HERE</a:t>
            </a:r>
            <a:endParaRPr kumimoji="1" lang="zh-CN" altLang="en-US" sz="2200" dirty="0">
              <a:solidFill>
                <a:schemeClr val="bg1"/>
              </a:solidFill>
              <a:latin typeface="+mn-ea"/>
            </a:endParaRPr>
          </a:p>
        </p:txBody>
      </p:sp>
      <p:sp>
        <p:nvSpPr>
          <p:cNvPr id="5" name="梯形 4">
            <a:extLst>
              <a:ext uri="{FF2B5EF4-FFF2-40B4-BE49-F238E27FC236}">
                <a16:creationId xmlns:a16="http://schemas.microsoft.com/office/drawing/2014/main" id="{D3D70636-101C-01D8-4747-77E91C8D719C}"/>
              </a:ext>
            </a:extLst>
          </p:cNvPr>
          <p:cNvSpPr/>
          <p:nvPr/>
        </p:nvSpPr>
        <p:spPr>
          <a:xfrm>
            <a:off x="1504334" y="2342034"/>
            <a:ext cx="9379975" cy="387364"/>
          </a:xfrm>
          <a:prstGeom prst="trapezoid">
            <a:avLst>
              <a:gd name="adj" fmla="val 212668"/>
            </a:avLst>
          </a:prstGeom>
          <a:gradFill flip="none" rotWithShape="1">
            <a:gsLst>
              <a:gs pos="0">
                <a:srgbClr val="1F3764"/>
              </a:gs>
              <a:gs pos="100000">
                <a:srgbClr val="0070C0">
                  <a:alpha val="0"/>
                </a:srgb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圆角矩形 5">
            <a:extLst>
              <a:ext uri="{FF2B5EF4-FFF2-40B4-BE49-F238E27FC236}">
                <a16:creationId xmlns:a16="http://schemas.microsoft.com/office/drawing/2014/main" id="{9092BF51-3AA9-E9CA-C659-2904650F02CF}"/>
              </a:ext>
            </a:extLst>
          </p:cNvPr>
          <p:cNvSpPr/>
          <p:nvPr/>
        </p:nvSpPr>
        <p:spPr>
          <a:xfrm>
            <a:off x="2418735" y="1868131"/>
            <a:ext cx="2192593" cy="590880"/>
          </a:xfrm>
          <a:prstGeom prst="roundRect">
            <a:avLst/>
          </a:prstGeom>
          <a:solidFill>
            <a:schemeClr val="bg1"/>
          </a:solidFill>
          <a:ln>
            <a:solidFill>
              <a:schemeClr val="bg1">
                <a:lumMod val="85000"/>
              </a:schemeClr>
            </a:solidFill>
          </a:ln>
          <a:effectLst>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9E2B1082-4EDD-32B7-9A3E-449DBD5C5D3D}"/>
              </a:ext>
            </a:extLst>
          </p:cNvPr>
          <p:cNvSpPr txBox="1"/>
          <p:nvPr/>
        </p:nvSpPr>
        <p:spPr>
          <a:xfrm>
            <a:off x="2609975" y="2031958"/>
            <a:ext cx="1810111" cy="276999"/>
          </a:xfrm>
          <a:prstGeom prst="rect">
            <a:avLst/>
          </a:prstGeom>
          <a:noFill/>
        </p:spPr>
        <p:txBody>
          <a:bodyPr wrap="none" rtlCol="0">
            <a:spAutoFit/>
          </a:bodyPr>
          <a:lstStyle/>
          <a:p>
            <a:r>
              <a:rPr kumimoji="1" lang="zh-CN" altLang="en-US" sz="1200" dirty="0">
                <a:solidFill>
                  <a:schemeClr val="tx1">
                    <a:lumMod val="75000"/>
                    <a:lumOff val="25000"/>
                  </a:schemeClr>
                </a:solidFill>
                <a:latin typeface="+mn-ea"/>
              </a:rPr>
              <a:t>项目名称     </a:t>
            </a:r>
            <a:r>
              <a:rPr kumimoji="1" lang="en-US" altLang="zh-CN" sz="1200" dirty="0">
                <a:solidFill>
                  <a:schemeClr val="tx1">
                    <a:lumMod val="75000"/>
                    <a:lumOff val="25000"/>
                  </a:schemeClr>
                </a:solidFill>
                <a:latin typeface="+mn-ea"/>
              </a:rPr>
              <a:t>|</a:t>
            </a:r>
            <a:r>
              <a:rPr kumimoji="1" lang="zh-CN" altLang="en-US" sz="1200" dirty="0">
                <a:solidFill>
                  <a:schemeClr val="tx1">
                    <a:lumMod val="75000"/>
                    <a:lumOff val="25000"/>
                  </a:schemeClr>
                </a:solidFill>
                <a:latin typeface="+mn-ea"/>
              </a:rPr>
              <a:t>     项目名称</a:t>
            </a:r>
          </a:p>
        </p:txBody>
      </p:sp>
      <p:sp>
        <p:nvSpPr>
          <p:cNvPr id="8" name="圆角矩形 7">
            <a:extLst>
              <a:ext uri="{FF2B5EF4-FFF2-40B4-BE49-F238E27FC236}">
                <a16:creationId xmlns:a16="http://schemas.microsoft.com/office/drawing/2014/main" id="{A1ACF520-0744-E566-9D34-4CE7D23D300D}"/>
              </a:ext>
            </a:extLst>
          </p:cNvPr>
          <p:cNvSpPr/>
          <p:nvPr/>
        </p:nvSpPr>
        <p:spPr>
          <a:xfrm>
            <a:off x="5098025" y="1868131"/>
            <a:ext cx="2192593" cy="590880"/>
          </a:xfrm>
          <a:prstGeom prst="roundRect">
            <a:avLst/>
          </a:prstGeom>
          <a:solidFill>
            <a:schemeClr val="bg1"/>
          </a:solidFill>
          <a:ln>
            <a:solidFill>
              <a:schemeClr val="bg1">
                <a:lumMod val="85000"/>
              </a:schemeClr>
            </a:solidFill>
          </a:ln>
          <a:effectLst>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34B1646F-450E-74DB-0ED5-B6FA8B1AB07A}"/>
              </a:ext>
            </a:extLst>
          </p:cNvPr>
          <p:cNvSpPr txBox="1"/>
          <p:nvPr/>
        </p:nvSpPr>
        <p:spPr>
          <a:xfrm>
            <a:off x="5289265" y="2031958"/>
            <a:ext cx="1810111" cy="276999"/>
          </a:xfrm>
          <a:prstGeom prst="rect">
            <a:avLst/>
          </a:prstGeom>
          <a:noFill/>
        </p:spPr>
        <p:txBody>
          <a:bodyPr wrap="none" rtlCol="0">
            <a:spAutoFit/>
          </a:bodyPr>
          <a:lstStyle/>
          <a:p>
            <a:r>
              <a:rPr kumimoji="1" lang="zh-CN" altLang="en-US" sz="1200" dirty="0">
                <a:solidFill>
                  <a:schemeClr val="tx1">
                    <a:lumMod val="75000"/>
                    <a:lumOff val="25000"/>
                  </a:schemeClr>
                </a:solidFill>
                <a:latin typeface="+mn-ea"/>
              </a:rPr>
              <a:t>项目名称     </a:t>
            </a:r>
            <a:r>
              <a:rPr kumimoji="1" lang="en-US" altLang="zh-CN" sz="1200" dirty="0">
                <a:solidFill>
                  <a:schemeClr val="tx1">
                    <a:lumMod val="75000"/>
                    <a:lumOff val="25000"/>
                  </a:schemeClr>
                </a:solidFill>
                <a:latin typeface="+mn-ea"/>
              </a:rPr>
              <a:t>|</a:t>
            </a:r>
            <a:r>
              <a:rPr kumimoji="1" lang="zh-CN" altLang="en-US" sz="1200" dirty="0">
                <a:solidFill>
                  <a:schemeClr val="tx1">
                    <a:lumMod val="75000"/>
                    <a:lumOff val="25000"/>
                  </a:schemeClr>
                </a:solidFill>
                <a:latin typeface="+mn-ea"/>
              </a:rPr>
              <a:t>     项目名称</a:t>
            </a:r>
          </a:p>
        </p:txBody>
      </p:sp>
      <p:sp>
        <p:nvSpPr>
          <p:cNvPr id="10" name="圆角矩形 9">
            <a:extLst>
              <a:ext uri="{FF2B5EF4-FFF2-40B4-BE49-F238E27FC236}">
                <a16:creationId xmlns:a16="http://schemas.microsoft.com/office/drawing/2014/main" id="{EDBA82CF-2ACD-72E1-C6D5-FF19E4B66E78}"/>
              </a:ext>
            </a:extLst>
          </p:cNvPr>
          <p:cNvSpPr/>
          <p:nvPr/>
        </p:nvSpPr>
        <p:spPr>
          <a:xfrm>
            <a:off x="7777316" y="1868131"/>
            <a:ext cx="2192593" cy="590880"/>
          </a:xfrm>
          <a:prstGeom prst="roundRect">
            <a:avLst/>
          </a:prstGeom>
          <a:solidFill>
            <a:schemeClr val="bg1"/>
          </a:solidFill>
          <a:ln>
            <a:solidFill>
              <a:schemeClr val="bg1">
                <a:lumMod val="85000"/>
              </a:schemeClr>
            </a:solidFill>
          </a:ln>
          <a:effectLst>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49824DFB-DAF5-0EEE-104A-E97D7937BF9E}"/>
              </a:ext>
            </a:extLst>
          </p:cNvPr>
          <p:cNvSpPr txBox="1"/>
          <p:nvPr/>
        </p:nvSpPr>
        <p:spPr>
          <a:xfrm>
            <a:off x="7968556" y="2031958"/>
            <a:ext cx="1810111" cy="276999"/>
          </a:xfrm>
          <a:prstGeom prst="rect">
            <a:avLst/>
          </a:prstGeom>
          <a:noFill/>
        </p:spPr>
        <p:txBody>
          <a:bodyPr wrap="none" rtlCol="0">
            <a:spAutoFit/>
          </a:bodyPr>
          <a:lstStyle/>
          <a:p>
            <a:r>
              <a:rPr kumimoji="1" lang="zh-CN" altLang="en-US" sz="1200" dirty="0">
                <a:solidFill>
                  <a:schemeClr val="tx1">
                    <a:lumMod val="75000"/>
                    <a:lumOff val="25000"/>
                  </a:schemeClr>
                </a:solidFill>
                <a:latin typeface="+mn-ea"/>
              </a:rPr>
              <a:t>项目名称     </a:t>
            </a:r>
            <a:r>
              <a:rPr kumimoji="1" lang="en-US" altLang="zh-CN" sz="1200" dirty="0">
                <a:solidFill>
                  <a:schemeClr val="tx1">
                    <a:lumMod val="75000"/>
                    <a:lumOff val="25000"/>
                  </a:schemeClr>
                </a:solidFill>
                <a:latin typeface="+mn-ea"/>
              </a:rPr>
              <a:t>|</a:t>
            </a:r>
            <a:r>
              <a:rPr kumimoji="1" lang="zh-CN" altLang="en-US" sz="1200" dirty="0">
                <a:solidFill>
                  <a:schemeClr val="tx1">
                    <a:lumMod val="75000"/>
                    <a:lumOff val="25000"/>
                  </a:schemeClr>
                </a:solidFill>
                <a:latin typeface="+mn-ea"/>
              </a:rPr>
              <a:t>     项目名称</a:t>
            </a:r>
          </a:p>
        </p:txBody>
      </p:sp>
      <p:sp>
        <p:nvSpPr>
          <p:cNvPr id="12" name="梯形 11">
            <a:extLst>
              <a:ext uri="{FF2B5EF4-FFF2-40B4-BE49-F238E27FC236}">
                <a16:creationId xmlns:a16="http://schemas.microsoft.com/office/drawing/2014/main" id="{071EC07F-EC28-2382-7D6D-99C43080EEAF}"/>
              </a:ext>
            </a:extLst>
          </p:cNvPr>
          <p:cNvSpPr/>
          <p:nvPr/>
        </p:nvSpPr>
        <p:spPr>
          <a:xfrm flipV="1">
            <a:off x="1504334" y="2729396"/>
            <a:ext cx="9379976" cy="1944977"/>
          </a:xfrm>
          <a:prstGeom prst="trapezoid">
            <a:avLst/>
          </a:prstGeom>
          <a:gradFill>
            <a:gsLst>
              <a:gs pos="0">
                <a:schemeClr val="bg1">
                  <a:lumMod val="85000"/>
                </a:schemeClr>
              </a:gs>
              <a:gs pos="100000">
                <a:schemeClr val="bg1">
                  <a:alpha val="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梯形 12">
            <a:extLst>
              <a:ext uri="{FF2B5EF4-FFF2-40B4-BE49-F238E27FC236}">
                <a16:creationId xmlns:a16="http://schemas.microsoft.com/office/drawing/2014/main" id="{2072A9F7-802F-AE70-9B87-0AB2A87D639A}"/>
              </a:ext>
            </a:extLst>
          </p:cNvPr>
          <p:cNvSpPr/>
          <p:nvPr/>
        </p:nvSpPr>
        <p:spPr>
          <a:xfrm>
            <a:off x="1863210" y="4485093"/>
            <a:ext cx="8662219" cy="443394"/>
          </a:xfrm>
          <a:prstGeom prst="trapezoid">
            <a:avLst>
              <a:gd name="adj" fmla="val 163028"/>
            </a:avLst>
          </a:prstGeom>
          <a:gradFill>
            <a:gsLst>
              <a:gs pos="0">
                <a:srgbClr val="2D5293"/>
              </a:gs>
              <a:gs pos="100000">
                <a:srgbClr val="0070C0">
                  <a:alpha val="0"/>
                </a:srgb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同侧圆角矩形 13">
            <a:extLst>
              <a:ext uri="{FF2B5EF4-FFF2-40B4-BE49-F238E27FC236}">
                <a16:creationId xmlns:a16="http://schemas.microsoft.com/office/drawing/2014/main" id="{B2E55B3D-553B-BFF7-DCEA-4CCF1A732F29}"/>
              </a:ext>
            </a:extLst>
          </p:cNvPr>
          <p:cNvSpPr/>
          <p:nvPr/>
        </p:nvSpPr>
        <p:spPr>
          <a:xfrm flipH="1">
            <a:off x="2550984" y="3559278"/>
            <a:ext cx="1810111" cy="1125029"/>
          </a:xfrm>
          <a:prstGeom prst="round2SameRect">
            <a:avLst>
              <a:gd name="adj1" fmla="val 4432"/>
              <a:gd name="adj2" fmla="val 0"/>
            </a:avLst>
          </a:prstGeom>
          <a:solidFill>
            <a:schemeClr val="bg1"/>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圆角矩形 14">
            <a:extLst>
              <a:ext uri="{FF2B5EF4-FFF2-40B4-BE49-F238E27FC236}">
                <a16:creationId xmlns:a16="http://schemas.microsoft.com/office/drawing/2014/main" id="{1E1469DD-60C5-CF6A-4D6F-C107E0E2C88C}"/>
              </a:ext>
            </a:extLst>
          </p:cNvPr>
          <p:cNvSpPr/>
          <p:nvPr/>
        </p:nvSpPr>
        <p:spPr>
          <a:xfrm>
            <a:off x="2359743" y="4093427"/>
            <a:ext cx="2192593" cy="590880"/>
          </a:xfrm>
          <a:prstGeom prst="roundRect">
            <a:avLst/>
          </a:prstGeom>
          <a:solidFill>
            <a:schemeClr val="bg1"/>
          </a:solidFill>
          <a:ln>
            <a:solidFill>
              <a:schemeClr val="bg1">
                <a:lumMod val="85000"/>
              </a:schemeClr>
            </a:solidFill>
          </a:ln>
          <a:effectLst>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01A4DAA5-2B30-84E7-2B53-3D3635943FF3}"/>
              </a:ext>
            </a:extLst>
          </p:cNvPr>
          <p:cNvSpPr txBox="1"/>
          <p:nvPr/>
        </p:nvSpPr>
        <p:spPr>
          <a:xfrm>
            <a:off x="2671209" y="4257254"/>
            <a:ext cx="1569660" cy="276999"/>
          </a:xfrm>
          <a:prstGeom prst="rect">
            <a:avLst/>
          </a:prstGeom>
          <a:noFill/>
        </p:spPr>
        <p:txBody>
          <a:bodyPr wrap="none" rtlCol="0">
            <a:spAutoFit/>
          </a:bodyPr>
          <a:lstStyle/>
          <a:p>
            <a:r>
              <a:rPr kumimoji="1" lang="zh-CN" altLang="en-US" sz="1200" dirty="0">
                <a:solidFill>
                  <a:schemeClr val="tx1">
                    <a:lumMod val="75000"/>
                    <a:lumOff val="25000"/>
                  </a:schemeClr>
                </a:solidFill>
                <a:latin typeface="+mj-ea"/>
                <a:ea typeface="+mj-ea"/>
              </a:rPr>
              <a:t>请输入标题文字内容</a:t>
            </a:r>
          </a:p>
        </p:txBody>
      </p:sp>
      <p:sp>
        <p:nvSpPr>
          <p:cNvPr id="17" name="文本框 16">
            <a:extLst>
              <a:ext uri="{FF2B5EF4-FFF2-40B4-BE49-F238E27FC236}">
                <a16:creationId xmlns:a16="http://schemas.microsoft.com/office/drawing/2014/main" id="{99634CB3-D738-2E03-3D50-6F1CDD437CBA}"/>
              </a:ext>
            </a:extLst>
          </p:cNvPr>
          <p:cNvSpPr txBox="1"/>
          <p:nvPr/>
        </p:nvSpPr>
        <p:spPr>
          <a:xfrm>
            <a:off x="3004634" y="3627262"/>
            <a:ext cx="902811" cy="430887"/>
          </a:xfrm>
          <a:prstGeom prst="rect">
            <a:avLst/>
          </a:prstGeom>
          <a:noFill/>
        </p:spPr>
        <p:txBody>
          <a:bodyPr wrap="none" rtlCol="0">
            <a:spAutoFit/>
          </a:bodyPr>
          <a:lstStyle/>
          <a:p>
            <a:r>
              <a:rPr kumimoji="1" lang="en-US" altLang="zh-CN" sz="2200" dirty="0">
                <a:latin typeface="+mj-ea"/>
                <a:ea typeface="+mj-ea"/>
              </a:rPr>
              <a:t>2O24</a:t>
            </a:r>
            <a:endParaRPr kumimoji="1" lang="zh-CN" altLang="en-US" sz="2200" dirty="0">
              <a:latin typeface="+mj-ea"/>
              <a:ea typeface="+mj-ea"/>
            </a:endParaRPr>
          </a:p>
        </p:txBody>
      </p:sp>
      <p:sp>
        <p:nvSpPr>
          <p:cNvPr id="18" name="同侧圆角矩形 17">
            <a:extLst>
              <a:ext uri="{FF2B5EF4-FFF2-40B4-BE49-F238E27FC236}">
                <a16:creationId xmlns:a16="http://schemas.microsoft.com/office/drawing/2014/main" id="{17FF45F5-5653-3885-BF5E-8057333812F2}"/>
              </a:ext>
            </a:extLst>
          </p:cNvPr>
          <p:cNvSpPr/>
          <p:nvPr/>
        </p:nvSpPr>
        <p:spPr>
          <a:xfrm flipH="1">
            <a:off x="5299102" y="3559278"/>
            <a:ext cx="1810111" cy="1125029"/>
          </a:xfrm>
          <a:prstGeom prst="round2SameRect">
            <a:avLst>
              <a:gd name="adj1" fmla="val 4432"/>
              <a:gd name="adj2" fmla="val 0"/>
            </a:avLst>
          </a:prstGeom>
          <a:solidFill>
            <a:schemeClr val="bg1"/>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圆角矩形 18">
            <a:extLst>
              <a:ext uri="{FF2B5EF4-FFF2-40B4-BE49-F238E27FC236}">
                <a16:creationId xmlns:a16="http://schemas.microsoft.com/office/drawing/2014/main" id="{879D02B9-C4CD-9756-B866-07D54EF156E1}"/>
              </a:ext>
            </a:extLst>
          </p:cNvPr>
          <p:cNvSpPr/>
          <p:nvPr/>
        </p:nvSpPr>
        <p:spPr>
          <a:xfrm>
            <a:off x="5107861" y="4093427"/>
            <a:ext cx="2192593" cy="590880"/>
          </a:xfrm>
          <a:prstGeom prst="roundRect">
            <a:avLst/>
          </a:prstGeom>
          <a:solidFill>
            <a:schemeClr val="bg1"/>
          </a:solidFill>
          <a:ln>
            <a:solidFill>
              <a:schemeClr val="bg1">
                <a:lumMod val="85000"/>
              </a:schemeClr>
            </a:solidFill>
          </a:ln>
          <a:effectLst>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64A059DD-C2ED-9ED9-204C-A867BFA329B9}"/>
              </a:ext>
            </a:extLst>
          </p:cNvPr>
          <p:cNvSpPr txBox="1"/>
          <p:nvPr/>
        </p:nvSpPr>
        <p:spPr>
          <a:xfrm>
            <a:off x="5419327" y="4257254"/>
            <a:ext cx="1569660" cy="276999"/>
          </a:xfrm>
          <a:prstGeom prst="rect">
            <a:avLst/>
          </a:prstGeom>
          <a:noFill/>
        </p:spPr>
        <p:txBody>
          <a:bodyPr wrap="none" rtlCol="0">
            <a:spAutoFit/>
          </a:bodyPr>
          <a:lstStyle/>
          <a:p>
            <a:r>
              <a:rPr kumimoji="1" lang="zh-CN" altLang="en-US" sz="1200" dirty="0">
                <a:solidFill>
                  <a:schemeClr val="tx1">
                    <a:lumMod val="75000"/>
                    <a:lumOff val="25000"/>
                  </a:schemeClr>
                </a:solidFill>
                <a:latin typeface="+mj-ea"/>
                <a:ea typeface="+mj-ea"/>
              </a:rPr>
              <a:t>请输入标题文字内容</a:t>
            </a:r>
          </a:p>
        </p:txBody>
      </p:sp>
      <p:sp>
        <p:nvSpPr>
          <p:cNvPr id="21" name="文本框 20">
            <a:extLst>
              <a:ext uri="{FF2B5EF4-FFF2-40B4-BE49-F238E27FC236}">
                <a16:creationId xmlns:a16="http://schemas.microsoft.com/office/drawing/2014/main" id="{62C2ACA2-F675-AC63-EA56-103D015E9E55}"/>
              </a:ext>
            </a:extLst>
          </p:cNvPr>
          <p:cNvSpPr txBox="1"/>
          <p:nvPr/>
        </p:nvSpPr>
        <p:spPr>
          <a:xfrm>
            <a:off x="5752752" y="3627262"/>
            <a:ext cx="902811" cy="430887"/>
          </a:xfrm>
          <a:prstGeom prst="rect">
            <a:avLst/>
          </a:prstGeom>
          <a:noFill/>
        </p:spPr>
        <p:txBody>
          <a:bodyPr wrap="none" rtlCol="0">
            <a:spAutoFit/>
          </a:bodyPr>
          <a:lstStyle/>
          <a:p>
            <a:r>
              <a:rPr kumimoji="1" lang="en-US" altLang="zh-CN" sz="2200" dirty="0">
                <a:latin typeface="+mj-ea"/>
                <a:ea typeface="+mj-ea"/>
              </a:rPr>
              <a:t>2O25</a:t>
            </a:r>
            <a:endParaRPr kumimoji="1" lang="zh-CN" altLang="en-US" sz="2200" dirty="0">
              <a:latin typeface="+mj-ea"/>
              <a:ea typeface="+mj-ea"/>
            </a:endParaRPr>
          </a:p>
        </p:txBody>
      </p:sp>
      <p:sp>
        <p:nvSpPr>
          <p:cNvPr id="22" name="同侧圆角矩形 21">
            <a:extLst>
              <a:ext uri="{FF2B5EF4-FFF2-40B4-BE49-F238E27FC236}">
                <a16:creationId xmlns:a16="http://schemas.microsoft.com/office/drawing/2014/main" id="{ABC525E9-472C-228F-B540-335147B3E175}"/>
              </a:ext>
            </a:extLst>
          </p:cNvPr>
          <p:cNvSpPr/>
          <p:nvPr/>
        </p:nvSpPr>
        <p:spPr>
          <a:xfrm flipH="1">
            <a:off x="8047220" y="3559278"/>
            <a:ext cx="1810111" cy="1125029"/>
          </a:xfrm>
          <a:prstGeom prst="round2SameRect">
            <a:avLst>
              <a:gd name="adj1" fmla="val 4432"/>
              <a:gd name="adj2" fmla="val 0"/>
            </a:avLst>
          </a:prstGeom>
          <a:solidFill>
            <a:schemeClr val="bg1"/>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圆角矩形 22">
            <a:extLst>
              <a:ext uri="{FF2B5EF4-FFF2-40B4-BE49-F238E27FC236}">
                <a16:creationId xmlns:a16="http://schemas.microsoft.com/office/drawing/2014/main" id="{8815FD2D-A28B-550D-9B6D-4EDC040265C7}"/>
              </a:ext>
            </a:extLst>
          </p:cNvPr>
          <p:cNvSpPr/>
          <p:nvPr/>
        </p:nvSpPr>
        <p:spPr>
          <a:xfrm>
            <a:off x="7855979" y="4093427"/>
            <a:ext cx="2192593" cy="590880"/>
          </a:xfrm>
          <a:prstGeom prst="roundRect">
            <a:avLst/>
          </a:prstGeom>
          <a:solidFill>
            <a:schemeClr val="bg1"/>
          </a:solidFill>
          <a:ln>
            <a:solidFill>
              <a:schemeClr val="bg1">
                <a:lumMod val="85000"/>
              </a:schemeClr>
            </a:solidFill>
          </a:ln>
          <a:effectLst>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文本框 23">
            <a:extLst>
              <a:ext uri="{FF2B5EF4-FFF2-40B4-BE49-F238E27FC236}">
                <a16:creationId xmlns:a16="http://schemas.microsoft.com/office/drawing/2014/main" id="{B64C5799-B40A-C625-F11A-E8721375675C}"/>
              </a:ext>
            </a:extLst>
          </p:cNvPr>
          <p:cNvSpPr txBox="1"/>
          <p:nvPr/>
        </p:nvSpPr>
        <p:spPr>
          <a:xfrm>
            <a:off x="8167445" y="4257254"/>
            <a:ext cx="1569660" cy="276999"/>
          </a:xfrm>
          <a:prstGeom prst="rect">
            <a:avLst/>
          </a:prstGeom>
          <a:noFill/>
        </p:spPr>
        <p:txBody>
          <a:bodyPr wrap="none" rtlCol="0">
            <a:spAutoFit/>
          </a:bodyPr>
          <a:lstStyle/>
          <a:p>
            <a:r>
              <a:rPr kumimoji="1" lang="zh-CN" altLang="en-US" sz="1200" dirty="0">
                <a:solidFill>
                  <a:schemeClr val="tx1">
                    <a:lumMod val="75000"/>
                    <a:lumOff val="25000"/>
                  </a:schemeClr>
                </a:solidFill>
                <a:latin typeface="+mj-ea"/>
                <a:ea typeface="+mj-ea"/>
              </a:rPr>
              <a:t>请输入标题文字内容</a:t>
            </a:r>
          </a:p>
        </p:txBody>
      </p:sp>
      <p:sp>
        <p:nvSpPr>
          <p:cNvPr id="25" name="文本框 24">
            <a:extLst>
              <a:ext uri="{FF2B5EF4-FFF2-40B4-BE49-F238E27FC236}">
                <a16:creationId xmlns:a16="http://schemas.microsoft.com/office/drawing/2014/main" id="{D8AF1164-D5BC-4708-869E-C39545E9161B}"/>
              </a:ext>
            </a:extLst>
          </p:cNvPr>
          <p:cNvSpPr txBox="1"/>
          <p:nvPr/>
        </p:nvSpPr>
        <p:spPr>
          <a:xfrm>
            <a:off x="8500870" y="3627262"/>
            <a:ext cx="902811" cy="430887"/>
          </a:xfrm>
          <a:prstGeom prst="rect">
            <a:avLst/>
          </a:prstGeom>
          <a:noFill/>
        </p:spPr>
        <p:txBody>
          <a:bodyPr wrap="none" rtlCol="0">
            <a:spAutoFit/>
          </a:bodyPr>
          <a:lstStyle/>
          <a:p>
            <a:r>
              <a:rPr kumimoji="1" lang="en-US" altLang="zh-CN" sz="2200" dirty="0">
                <a:latin typeface="+mj-ea"/>
                <a:ea typeface="+mj-ea"/>
              </a:rPr>
              <a:t>2O26</a:t>
            </a:r>
            <a:endParaRPr kumimoji="1" lang="zh-CN" altLang="en-US" sz="2200" dirty="0">
              <a:latin typeface="+mj-ea"/>
              <a:ea typeface="+mj-ea"/>
            </a:endParaRPr>
          </a:p>
        </p:txBody>
      </p:sp>
      <p:sp>
        <p:nvSpPr>
          <p:cNvPr id="26" name="椭圆 25">
            <a:extLst>
              <a:ext uri="{FF2B5EF4-FFF2-40B4-BE49-F238E27FC236}">
                <a16:creationId xmlns:a16="http://schemas.microsoft.com/office/drawing/2014/main" id="{C924F397-B115-B7CF-C080-09F3D4759A72}"/>
              </a:ext>
            </a:extLst>
          </p:cNvPr>
          <p:cNvSpPr/>
          <p:nvPr/>
        </p:nvSpPr>
        <p:spPr>
          <a:xfrm>
            <a:off x="3164000" y="2833350"/>
            <a:ext cx="584078" cy="584078"/>
          </a:xfrm>
          <a:prstGeom prst="ellipse">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a:extLst>
              <a:ext uri="{FF2B5EF4-FFF2-40B4-BE49-F238E27FC236}">
                <a16:creationId xmlns:a16="http://schemas.microsoft.com/office/drawing/2014/main" id="{84A2C97D-A2F4-10A2-F09C-90F4D4A3EF50}"/>
              </a:ext>
            </a:extLst>
          </p:cNvPr>
          <p:cNvSpPr/>
          <p:nvPr/>
        </p:nvSpPr>
        <p:spPr>
          <a:xfrm>
            <a:off x="5902280" y="2833350"/>
            <a:ext cx="584078" cy="584078"/>
          </a:xfrm>
          <a:prstGeom prst="ellipse">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椭圆 27">
            <a:extLst>
              <a:ext uri="{FF2B5EF4-FFF2-40B4-BE49-F238E27FC236}">
                <a16:creationId xmlns:a16="http://schemas.microsoft.com/office/drawing/2014/main" id="{DB044B49-4719-A7DA-7224-CB2235465942}"/>
              </a:ext>
            </a:extLst>
          </p:cNvPr>
          <p:cNvSpPr/>
          <p:nvPr/>
        </p:nvSpPr>
        <p:spPr>
          <a:xfrm>
            <a:off x="8611068" y="2833350"/>
            <a:ext cx="584078" cy="584078"/>
          </a:xfrm>
          <a:prstGeom prst="ellipse">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Freeform 49">
            <a:extLst>
              <a:ext uri="{FF2B5EF4-FFF2-40B4-BE49-F238E27FC236}">
                <a16:creationId xmlns:a16="http://schemas.microsoft.com/office/drawing/2014/main" id="{5754E3C8-BB64-0956-AD85-7C92BF52326C}"/>
              </a:ext>
            </a:extLst>
          </p:cNvPr>
          <p:cNvSpPr>
            <a:spLocks noEditPoints="1"/>
          </p:cNvSpPr>
          <p:nvPr/>
        </p:nvSpPr>
        <p:spPr bwMode="auto">
          <a:xfrm>
            <a:off x="3355632" y="3035342"/>
            <a:ext cx="200814" cy="216564"/>
          </a:xfrm>
          <a:custGeom>
            <a:avLst/>
            <a:gdLst>
              <a:gd name="T0" fmla="*/ 28 w 181"/>
              <a:gd name="T1" fmla="*/ 0 h 196"/>
              <a:gd name="T2" fmla="*/ 153 w 181"/>
              <a:gd name="T3" fmla="*/ 0 h 196"/>
              <a:gd name="T4" fmla="*/ 181 w 181"/>
              <a:gd name="T5" fmla="*/ 29 h 196"/>
              <a:gd name="T6" fmla="*/ 181 w 181"/>
              <a:gd name="T7" fmla="*/ 122 h 196"/>
              <a:gd name="T8" fmla="*/ 153 w 181"/>
              <a:gd name="T9" fmla="*/ 150 h 196"/>
              <a:gd name="T10" fmla="*/ 111 w 181"/>
              <a:gd name="T11" fmla="*/ 150 h 196"/>
              <a:gd name="T12" fmla="*/ 42 w 181"/>
              <a:gd name="T13" fmla="*/ 196 h 196"/>
              <a:gd name="T14" fmla="*/ 55 w 181"/>
              <a:gd name="T15" fmla="*/ 150 h 196"/>
              <a:gd name="T16" fmla="*/ 28 w 181"/>
              <a:gd name="T17" fmla="*/ 150 h 196"/>
              <a:gd name="T18" fmla="*/ 0 w 181"/>
              <a:gd name="T19" fmla="*/ 122 h 196"/>
              <a:gd name="T20" fmla="*/ 0 w 181"/>
              <a:gd name="T21" fmla="*/ 29 h 196"/>
              <a:gd name="T22" fmla="*/ 28 w 181"/>
              <a:gd name="T23" fmla="*/ 0 h 196"/>
              <a:gd name="T24" fmla="*/ 29 w 181"/>
              <a:gd name="T25" fmla="*/ 31 h 196"/>
              <a:gd name="T26" fmla="*/ 152 w 181"/>
              <a:gd name="T27" fmla="*/ 31 h 196"/>
              <a:gd name="T28" fmla="*/ 152 w 181"/>
              <a:gd name="T29" fmla="*/ 42 h 196"/>
              <a:gd name="T30" fmla="*/ 29 w 181"/>
              <a:gd name="T31" fmla="*/ 42 h 196"/>
              <a:gd name="T32" fmla="*/ 29 w 181"/>
              <a:gd name="T33" fmla="*/ 31 h 196"/>
              <a:gd name="T34" fmla="*/ 29 w 181"/>
              <a:gd name="T35" fmla="*/ 55 h 196"/>
              <a:gd name="T36" fmla="*/ 152 w 181"/>
              <a:gd name="T37" fmla="*/ 55 h 196"/>
              <a:gd name="T38" fmla="*/ 152 w 181"/>
              <a:gd name="T39" fmla="*/ 67 h 196"/>
              <a:gd name="T40" fmla="*/ 29 w 181"/>
              <a:gd name="T41" fmla="*/ 67 h 196"/>
              <a:gd name="T42" fmla="*/ 29 w 181"/>
              <a:gd name="T43" fmla="*/ 55 h 196"/>
              <a:gd name="T44" fmla="*/ 29 w 181"/>
              <a:gd name="T45" fmla="*/ 79 h 196"/>
              <a:gd name="T46" fmla="*/ 152 w 181"/>
              <a:gd name="T47" fmla="*/ 79 h 196"/>
              <a:gd name="T48" fmla="*/ 152 w 181"/>
              <a:gd name="T49" fmla="*/ 91 h 196"/>
              <a:gd name="T50" fmla="*/ 29 w 181"/>
              <a:gd name="T51" fmla="*/ 91 h 196"/>
              <a:gd name="T52" fmla="*/ 29 w 181"/>
              <a:gd name="T53" fmla="*/ 79 h 196"/>
              <a:gd name="T54" fmla="*/ 29 w 181"/>
              <a:gd name="T55" fmla="*/ 104 h 196"/>
              <a:gd name="T56" fmla="*/ 119 w 181"/>
              <a:gd name="T57" fmla="*/ 104 h 196"/>
              <a:gd name="T58" fmla="*/ 119 w 181"/>
              <a:gd name="T59" fmla="*/ 115 h 196"/>
              <a:gd name="T60" fmla="*/ 29 w 181"/>
              <a:gd name="T61" fmla="*/ 115 h 196"/>
              <a:gd name="T62" fmla="*/ 29 w 181"/>
              <a:gd name="T63" fmla="*/ 104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1" h="196">
                <a:moveTo>
                  <a:pt x="28" y="0"/>
                </a:moveTo>
                <a:cubicBezTo>
                  <a:pt x="153" y="0"/>
                  <a:pt x="153" y="0"/>
                  <a:pt x="153" y="0"/>
                </a:cubicBezTo>
                <a:cubicBezTo>
                  <a:pt x="168" y="0"/>
                  <a:pt x="181" y="13"/>
                  <a:pt x="181" y="29"/>
                </a:cubicBezTo>
                <a:cubicBezTo>
                  <a:pt x="181" y="122"/>
                  <a:pt x="181" y="122"/>
                  <a:pt x="181" y="122"/>
                </a:cubicBezTo>
                <a:cubicBezTo>
                  <a:pt x="181" y="137"/>
                  <a:pt x="168" y="150"/>
                  <a:pt x="153" y="150"/>
                </a:cubicBezTo>
                <a:cubicBezTo>
                  <a:pt x="111" y="150"/>
                  <a:pt x="111" y="150"/>
                  <a:pt x="111" y="150"/>
                </a:cubicBezTo>
                <a:cubicBezTo>
                  <a:pt x="42" y="196"/>
                  <a:pt x="42" y="196"/>
                  <a:pt x="42" y="196"/>
                </a:cubicBezTo>
                <a:cubicBezTo>
                  <a:pt x="55" y="150"/>
                  <a:pt x="55" y="150"/>
                  <a:pt x="55" y="150"/>
                </a:cubicBezTo>
                <a:cubicBezTo>
                  <a:pt x="28" y="150"/>
                  <a:pt x="28" y="150"/>
                  <a:pt x="28" y="150"/>
                </a:cubicBezTo>
                <a:cubicBezTo>
                  <a:pt x="12" y="150"/>
                  <a:pt x="0" y="137"/>
                  <a:pt x="0" y="122"/>
                </a:cubicBezTo>
                <a:cubicBezTo>
                  <a:pt x="0" y="29"/>
                  <a:pt x="0" y="29"/>
                  <a:pt x="0" y="29"/>
                </a:cubicBezTo>
                <a:cubicBezTo>
                  <a:pt x="0" y="13"/>
                  <a:pt x="12" y="0"/>
                  <a:pt x="28" y="0"/>
                </a:cubicBezTo>
                <a:close/>
                <a:moveTo>
                  <a:pt x="29" y="31"/>
                </a:moveTo>
                <a:cubicBezTo>
                  <a:pt x="152" y="31"/>
                  <a:pt x="152" y="31"/>
                  <a:pt x="152" y="31"/>
                </a:cubicBezTo>
                <a:cubicBezTo>
                  <a:pt x="152" y="42"/>
                  <a:pt x="152" y="42"/>
                  <a:pt x="152" y="42"/>
                </a:cubicBezTo>
                <a:cubicBezTo>
                  <a:pt x="29" y="42"/>
                  <a:pt x="29" y="42"/>
                  <a:pt x="29" y="42"/>
                </a:cubicBezTo>
                <a:cubicBezTo>
                  <a:pt x="29" y="31"/>
                  <a:pt x="29" y="31"/>
                  <a:pt x="29" y="31"/>
                </a:cubicBezTo>
                <a:close/>
                <a:moveTo>
                  <a:pt x="29" y="55"/>
                </a:moveTo>
                <a:cubicBezTo>
                  <a:pt x="152" y="55"/>
                  <a:pt x="152" y="55"/>
                  <a:pt x="152" y="55"/>
                </a:cubicBezTo>
                <a:cubicBezTo>
                  <a:pt x="152" y="67"/>
                  <a:pt x="152" y="67"/>
                  <a:pt x="152" y="67"/>
                </a:cubicBezTo>
                <a:cubicBezTo>
                  <a:pt x="29" y="67"/>
                  <a:pt x="29" y="67"/>
                  <a:pt x="29" y="67"/>
                </a:cubicBezTo>
                <a:cubicBezTo>
                  <a:pt x="29" y="55"/>
                  <a:pt x="29" y="55"/>
                  <a:pt x="29" y="55"/>
                </a:cubicBezTo>
                <a:close/>
                <a:moveTo>
                  <a:pt x="29" y="79"/>
                </a:moveTo>
                <a:cubicBezTo>
                  <a:pt x="152" y="79"/>
                  <a:pt x="152" y="79"/>
                  <a:pt x="152" y="79"/>
                </a:cubicBezTo>
                <a:cubicBezTo>
                  <a:pt x="152" y="91"/>
                  <a:pt x="152" y="91"/>
                  <a:pt x="152" y="91"/>
                </a:cubicBezTo>
                <a:cubicBezTo>
                  <a:pt x="29" y="91"/>
                  <a:pt x="29" y="91"/>
                  <a:pt x="29" y="91"/>
                </a:cubicBezTo>
                <a:cubicBezTo>
                  <a:pt x="29" y="79"/>
                  <a:pt x="29" y="79"/>
                  <a:pt x="29" y="79"/>
                </a:cubicBezTo>
                <a:close/>
                <a:moveTo>
                  <a:pt x="29" y="104"/>
                </a:moveTo>
                <a:cubicBezTo>
                  <a:pt x="119" y="104"/>
                  <a:pt x="119" y="104"/>
                  <a:pt x="119" y="104"/>
                </a:cubicBezTo>
                <a:cubicBezTo>
                  <a:pt x="119" y="115"/>
                  <a:pt x="119" y="115"/>
                  <a:pt x="119" y="115"/>
                </a:cubicBezTo>
                <a:cubicBezTo>
                  <a:pt x="29" y="115"/>
                  <a:pt x="29" y="115"/>
                  <a:pt x="29" y="115"/>
                </a:cubicBezTo>
                <a:cubicBezTo>
                  <a:pt x="29" y="104"/>
                  <a:pt x="29" y="104"/>
                  <a:pt x="29" y="10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30" name="Freeform 60">
            <a:extLst>
              <a:ext uri="{FF2B5EF4-FFF2-40B4-BE49-F238E27FC236}">
                <a16:creationId xmlns:a16="http://schemas.microsoft.com/office/drawing/2014/main" id="{A0ADE75A-2F13-D930-3354-36505875FFAC}"/>
              </a:ext>
            </a:extLst>
          </p:cNvPr>
          <p:cNvSpPr>
            <a:spLocks noEditPoints="1"/>
          </p:cNvSpPr>
          <p:nvPr/>
        </p:nvSpPr>
        <p:spPr bwMode="auto">
          <a:xfrm>
            <a:off x="8820907" y="3014461"/>
            <a:ext cx="184080" cy="221486"/>
          </a:xfrm>
          <a:custGeom>
            <a:avLst/>
            <a:gdLst>
              <a:gd name="T0" fmla="*/ 83 w 166"/>
              <a:gd name="T1" fmla="*/ 0 h 200"/>
              <a:gd name="T2" fmla="*/ 166 w 166"/>
              <a:gd name="T3" fmla="*/ 83 h 200"/>
              <a:gd name="T4" fmla="*/ 112 w 166"/>
              <a:gd name="T5" fmla="*/ 160 h 200"/>
              <a:gd name="T6" fmla="*/ 83 w 166"/>
              <a:gd name="T7" fmla="*/ 200 h 200"/>
              <a:gd name="T8" fmla="*/ 54 w 166"/>
              <a:gd name="T9" fmla="*/ 160 h 200"/>
              <a:gd name="T10" fmla="*/ 0 w 166"/>
              <a:gd name="T11" fmla="*/ 83 h 200"/>
              <a:gd name="T12" fmla="*/ 83 w 166"/>
              <a:gd name="T13" fmla="*/ 0 h 200"/>
              <a:gd name="T14" fmla="*/ 48 w 166"/>
              <a:gd name="T15" fmla="*/ 92 h 200"/>
              <a:gd name="T16" fmla="*/ 48 w 166"/>
              <a:gd name="T17" fmla="*/ 126 h 200"/>
              <a:gd name="T18" fmla="*/ 73 w 166"/>
              <a:gd name="T19" fmla="*/ 126 h 200"/>
              <a:gd name="T20" fmla="*/ 73 w 166"/>
              <a:gd name="T21" fmla="*/ 94 h 200"/>
              <a:gd name="T22" fmla="*/ 94 w 166"/>
              <a:gd name="T23" fmla="*/ 94 h 200"/>
              <a:gd name="T24" fmla="*/ 94 w 166"/>
              <a:gd name="T25" fmla="*/ 126 h 200"/>
              <a:gd name="T26" fmla="*/ 118 w 166"/>
              <a:gd name="T27" fmla="*/ 126 h 200"/>
              <a:gd name="T28" fmla="*/ 118 w 166"/>
              <a:gd name="T29" fmla="*/ 92 h 200"/>
              <a:gd name="T30" fmla="*/ 89 w 166"/>
              <a:gd name="T31" fmla="*/ 67 h 200"/>
              <a:gd name="T32" fmla="*/ 83 w 166"/>
              <a:gd name="T33" fmla="*/ 66 h 200"/>
              <a:gd name="T34" fmla="*/ 78 w 166"/>
              <a:gd name="T35" fmla="*/ 67 h 200"/>
              <a:gd name="T36" fmla="*/ 48 w 166"/>
              <a:gd name="T37" fmla="*/ 92 h 200"/>
              <a:gd name="T38" fmla="*/ 65 w 166"/>
              <a:gd name="T39" fmla="*/ 38 h 200"/>
              <a:gd name="T40" fmla="*/ 51 w 166"/>
              <a:gd name="T41" fmla="*/ 38 h 200"/>
              <a:gd name="T42" fmla="*/ 51 w 166"/>
              <a:gd name="T43" fmla="*/ 62 h 200"/>
              <a:gd name="T44" fmla="*/ 35 w 166"/>
              <a:gd name="T45" fmla="*/ 75 h 200"/>
              <a:gd name="T46" fmla="*/ 35 w 166"/>
              <a:gd name="T47" fmla="*/ 79 h 200"/>
              <a:gd name="T48" fmla="*/ 40 w 166"/>
              <a:gd name="T49" fmla="*/ 85 h 200"/>
              <a:gd name="T50" fmla="*/ 44 w 166"/>
              <a:gd name="T51" fmla="*/ 85 h 200"/>
              <a:gd name="T52" fmla="*/ 83 w 166"/>
              <a:gd name="T53" fmla="*/ 54 h 200"/>
              <a:gd name="T54" fmla="*/ 122 w 166"/>
              <a:gd name="T55" fmla="*/ 85 h 200"/>
              <a:gd name="T56" fmla="*/ 126 w 166"/>
              <a:gd name="T57" fmla="*/ 85 h 200"/>
              <a:gd name="T58" fmla="*/ 131 w 166"/>
              <a:gd name="T59" fmla="*/ 79 h 200"/>
              <a:gd name="T60" fmla="*/ 131 w 166"/>
              <a:gd name="T61" fmla="*/ 75 h 200"/>
              <a:gd name="T62" fmla="*/ 85 w 166"/>
              <a:gd name="T63" fmla="*/ 38 h 200"/>
              <a:gd name="T64" fmla="*/ 83 w 166"/>
              <a:gd name="T65" fmla="*/ 37 h 200"/>
              <a:gd name="T66" fmla="*/ 81 w 166"/>
              <a:gd name="T67" fmla="*/ 38 h 200"/>
              <a:gd name="T68" fmla="*/ 65 w 166"/>
              <a:gd name="T69" fmla="*/ 51 h 200"/>
              <a:gd name="T70" fmla="*/ 65 w 166"/>
              <a:gd name="T71" fmla="*/ 38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6" h="200">
                <a:moveTo>
                  <a:pt x="83" y="0"/>
                </a:moveTo>
                <a:cubicBezTo>
                  <a:pt x="129" y="0"/>
                  <a:pt x="166" y="37"/>
                  <a:pt x="166" y="83"/>
                </a:cubicBezTo>
                <a:cubicBezTo>
                  <a:pt x="166" y="118"/>
                  <a:pt x="143" y="149"/>
                  <a:pt x="112" y="160"/>
                </a:cubicBezTo>
                <a:cubicBezTo>
                  <a:pt x="83" y="200"/>
                  <a:pt x="83" y="200"/>
                  <a:pt x="83" y="200"/>
                </a:cubicBezTo>
                <a:cubicBezTo>
                  <a:pt x="54" y="160"/>
                  <a:pt x="54" y="160"/>
                  <a:pt x="54" y="160"/>
                </a:cubicBezTo>
                <a:cubicBezTo>
                  <a:pt x="23" y="149"/>
                  <a:pt x="0" y="118"/>
                  <a:pt x="0" y="83"/>
                </a:cubicBezTo>
                <a:cubicBezTo>
                  <a:pt x="0" y="37"/>
                  <a:pt x="37" y="0"/>
                  <a:pt x="83" y="0"/>
                </a:cubicBezTo>
                <a:close/>
                <a:moveTo>
                  <a:pt x="48" y="92"/>
                </a:moveTo>
                <a:cubicBezTo>
                  <a:pt x="48" y="126"/>
                  <a:pt x="48" y="126"/>
                  <a:pt x="48" y="126"/>
                </a:cubicBezTo>
                <a:cubicBezTo>
                  <a:pt x="73" y="126"/>
                  <a:pt x="73" y="126"/>
                  <a:pt x="73" y="126"/>
                </a:cubicBezTo>
                <a:cubicBezTo>
                  <a:pt x="73" y="94"/>
                  <a:pt x="73" y="94"/>
                  <a:pt x="73" y="94"/>
                </a:cubicBezTo>
                <a:cubicBezTo>
                  <a:pt x="94" y="94"/>
                  <a:pt x="94" y="94"/>
                  <a:pt x="94" y="94"/>
                </a:cubicBezTo>
                <a:cubicBezTo>
                  <a:pt x="94" y="126"/>
                  <a:pt x="94" y="126"/>
                  <a:pt x="94" y="126"/>
                </a:cubicBezTo>
                <a:cubicBezTo>
                  <a:pt x="118" y="126"/>
                  <a:pt x="118" y="126"/>
                  <a:pt x="118" y="126"/>
                </a:cubicBezTo>
                <a:cubicBezTo>
                  <a:pt x="118" y="92"/>
                  <a:pt x="118" y="92"/>
                  <a:pt x="118" y="92"/>
                </a:cubicBezTo>
                <a:cubicBezTo>
                  <a:pt x="89" y="67"/>
                  <a:pt x="89" y="67"/>
                  <a:pt x="89" y="67"/>
                </a:cubicBezTo>
                <a:cubicBezTo>
                  <a:pt x="87" y="66"/>
                  <a:pt x="85" y="65"/>
                  <a:pt x="83" y="66"/>
                </a:cubicBezTo>
                <a:cubicBezTo>
                  <a:pt x="81" y="65"/>
                  <a:pt x="79" y="66"/>
                  <a:pt x="78" y="67"/>
                </a:cubicBezTo>
                <a:cubicBezTo>
                  <a:pt x="48" y="92"/>
                  <a:pt x="48" y="92"/>
                  <a:pt x="48" y="92"/>
                </a:cubicBezTo>
                <a:close/>
                <a:moveTo>
                  <a:pt x="65" y="38"/>
                </a:moveTo>
                <a:cubicBezTo>
                  <a:pt x="51" y="38"/>
                  <a:pt x="51" y="38"/>
                  <a:pt x="51" y="38"/>
                </a:cubicBezTo>
                <a:cubicBezTo>
                  <a:pt x="51" y="62"/>
                  <a:pt x="51" y="62"/>
                  <a:pt x="51" y="62"/>
                </a:cubicBezTo>
                <a:cubicBezTo>
                  <a:pt x="35" y="75"/>
                  <a:pt x="35" y="75"/>
                  <a:pt x="35" y="75"/>
                </a:cubicBezTo>
                <a:cubicBezTo>
                  <a:pt x="34" y="76"/>
                  <a:pt x="33" y="78"/>
                  <a:pt x="35" y="79"/>
                </a:cubicBezTo>
                <a:cubicBezTo>
                  <a:pt x="40" y="85"/>
                  <a:pt x="40" y="85"/>
                  <a:pt x="40" y="85"/>
                </a:cubicBezTo>
                <a:cubicBezTo>
                  <a:pt x="41" y="86"/>
                  <a:pt x="43" y="86"/>
                  <a:pt x="44" y="85"/>
                </a:cubicBezTo>
                <a:cubicBezTo>
                  <a:pt x="83" y="54"/>
                  <a:pt x="83" y="54"/>
                  <a:pt x="83" y="54"/>
                </a:cubicBezTo>
                <a:cubicBezTo>
                  <a:pt x="122" y="85"/>
                  <a:pt x="122" y="85"/>
                  <a:pt x="122" y="85"/>
                </a:cubicBezTo>
                <a:cubicBezTo>
                  <a:pt x="123" y="86"/>
                  <a:pt x="125" y="86"/>
                  <a:pt x="126" y="85"/>
                </a:cubicBezTo>
                <a:cubicBezTo>
                  <a:pt x="131" y="79"/>
                  <a:pt x="131" y="79"/>
                  <a:pt x="131" y="79"/>
                </a:cubicBezTo>
                <a:cubicBezTo>
                  <a:pt x="133" y="78"/>
                  <a:pt x="133" y="76"/>
                  <a:pt x="131" y="75"/>
                </a:cubicBezTo>
                <a:cubicBezTo>
                  <a:pt x="85" y="38"/>
                  <a:pt x="85" y="38"/>
                  <a:pt x="85" y="38"/>
                </a:cubicBezTo>
                <a:cubicBezTo>
                  <a:pt x="85" y="37"/>
                  <a:pt x="84" y="37"/>
                  <a:pt x="83" y="37"/>
                </a:cubicBezTo>
                <a:cubicBezTo>
                  <a:pt x="82" y="37"/>
                  <a:pt x="81" y="37"/>
                  <a:pt x="81" y="38"/>
                </a:cubicBezTo>
                <a:cubicBezTo>
                  <a:pt x="65" y="51"/>
                  <a:pt x="65" y="51"/>
                  <a:pt x="65" y="51"/>
                </a:cubicBezTo>
                <a:cubicBezTo>
                  <a:pt x="65" y="38"/>
                  <a:pt x="65" y="38"/>
                  <a:pt x="65" y="3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31" name="Freeform 46">
            <a:extLst>
              <a:ext uri="{FF2B5EF4-FFF2-40B4-BE49-F238E27FC236}">
                <a16:creationId xmlns:a16="http://schemas.microsoft.com/office/drawing/2014/main" id="{D6E4202A-3A7D-7433-49BD-46F748B16DAD}"/>
              </a:ext>
            </a:extLst>
          </p:cNvPr>
          <p:cNvSpPr>
            <a:spLocks noEditPoints="1"/>
          </p:cNvSpPr>
          <p:nvPr/>
        </p:nvSpPr>
        <p:spPr bwMode="auto">
          <a:xfrm>
            <a:off x="6091533" y="2998342"/>
            <a:ext cx="230610" cy="232251"/>
          </a:xfrm>
          <a:custGeom>
            <a:avLst/>
            <a:gdLst>
              <a:gd name="T0" fmla="*/ 198 w 201"/>
              <a:gd name="T1" fmla="*/ 35 h 202"/>
              <a:gd name="T2" fmla="*/ 188 w 201"/>
              <a:gd name="T3" fmla="*/ 44 h 202"/>
              <a:gd name="T4" fmla="*/ 157 w 201"/>
              <a:gd name="T5" fmla="*/ 13 h 202"/>
              <a:gd name="T6" fmla="*/ 167 w 201"/>
              <a:gd name="T7" fmla="*/ 4 h 202"/>
              <a:gd name="T8" fmla="*/ 179 w 201"/>
              <a:gd name="T9" fmla="*/ 3 h 202"/>
              <a:gd name="T10" fmla="*/ 198 w 201"/>
              <a:gd name="T11" fmla="*/ 23 h 202"/>
              <a:gd name="T12" fmla="*/ 198 w 201"/>
              <a:gd name="T13" fmla="*/ 35 h 202"/>
              <a:gd name="T14" fmla="*/ 115 w 201"/>
              <a:gd name="T15" fmla="*/ 117 h 202"/>
              <a:gd name="T16" fmla="*/ 84 w 201"/>
              <a:gd name="T17" fmla="*/ 86 h 202"/>
              <a:gd name="T18" fmla="*/ 153 w 201"/>
              <a:gd name="T19" fmla="*/ 18 h 202"/>
              <a:gd name="T20" fmla="*/ 184 w 201"/>
              <a:gd name="T21" fmla="*/ 49 h 202"/>
              <a:gd name="T22" fmla="*/ 115 w 201"/>
              <a:gd name="T23" fmla="*/ 117 h 202"/>
              <a:gd name="T24" fmla="*/ 111 w 201"/>
              <a:gd name="T25" fmla="*/ 121 h 202"/>
              <a:gd name="T26" fmla="*/ 67 w 201"/>
              <a:gd name="T27" fmla="*/ 133 h 202"/>
              <a:gd name="T28" fmla="*/ 80 w 201"/>
              <a:gd name="T29" fmla="*/ 90 h 202"/>
              <a:gd name="T30" fmla="*/ 111 w 201"/>
              <a:gd name="T31" fmla="*/ 121 h 202"/>
              <a:gd name="T32" fmla="*/ 39 w 201"/>
              <a:gd name="T33" fmla="*/ 26 h 202"/>
              <a:gd name="T34" fmla="*/ 20 w 201"/>
              <a:gd name="T35" fmla="*/ 45 h 202"/>
              <a:gd name="T36" fmla="*/ 20 w 201"/>
              <a:gd name="T37" fmla="*/ 162 h 202"/>
              <a:gd name="T38" fmla="*/ 39 w 201"/>
              <a:gd name="T39" fmla="*/ 182 h 202"/>
              <a:gd name="T40" fmla="*/ 156 w 201"/>
              <a:gd name="T41" fmla="*/ 182 h 202"/>
              <a:gd name="T42" fmla="*/ 176 w 201"/>
              <a:gd name="T43" fmla="*/ 162 h 202"/>
              <a:gd name="T44" fmla="*/ 176 w 201"/>
              <a:gd name="T45" fmla="*/ 85 h 202"/>
              <a:gd name="T46" fmla="*/ 196 w 201"/>
              <a:gd name="T47" fmla="*/ 66 h 202"/>
              <a:gd name="T48" fmla="*/ 196 w 201"/>
              <a:gd name="T49" fmla="*/ 169 h 202"/>
              <a:gd name="T50" fmla="*/ 163 w 201"/>
              <a:gd name="T51" fmla="*/ 202 h 202"/>
              <a:gd name="T52" fmla="*/ 32 w 201"/>
              <a:gd name="T53" fmla="*/ 202 h 202"/>
              <a:gd name="T54" fmla="*/ 0 w 201"/>
              <a:gd name="T55" fmla="*/ 169 h 202"/>
              <a:gd name="T56" fmla="*/ 0 w 201"/>
              <a:gd name="T57" fmla="*/ 40 h 202"/>
              <a:gd name="T58" fmla="*/ 32 w 201"/>
              <a:gd name="T59" fmla="*/ 6 h 202"/>
              <a:gd name="T60" fmla="*/ 136 w 201"/>
              <a:gd name="T61" fmla="*/ 6 h 202"/>
              <a:gd name="T62" fmla="*/ 116 w 201"/>
              <a:gd name="T63" fmla="*/ 26 h 202"/>
              <a:gd name="T64" fmla="*/ 39 w 201"/>
              <a:gd name="T65" fmla="*/ 26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1" h="202">
                <a:moveTo>
                  <a:pt x="198" y="35"/>
                </a:moveTo>
                <a:cubicBezTo>
                  <a:pt x="188" y="44"/>
                  <a:pt x="188" y="44"/>
                  <a:pt x="188" y="44"/>
                </a:cubicBezTo>
                <a:cubicBezTo>
                  <a:pt x="157" y="13"/>
                  <a:pt x="157" y="13"/>
                  <a:pt x="157" y="13"/>
                </a:cubicBezTo>
                <a:cubicBezTo>
                  <a:pt x="167" y="4"/>
                  <a:pt x="167" y="4"/>
                  <a:pt x="167" y="4"/>
                </a:cubicBezTo>
                <a:cubicBezTo>
                  <a:pt x="170" y="0"/>
                  <a:pt x="175" y="0"/>
                  <a:pt x="179" y="3"/>
                </a:cubicBezTo>
                <a:cubicBezTo>
                  <a:pt x="198" y="23"/>
                  <a:pt x="198" y="23"/>
                  <a:pt x="198" y="23"/>
                </a:cubicBezTo>
                <a:cubicBezTo>
                  <a:pt x="201" y="26"/>
                  <a:pt x="201" y="31"/>
                  <a:pt x="198" y="35"/>
                </a:cubicBezTo>
                <a:close/>
                <a:moveTo>
                  <a:pt x="115" y="117"/>
                </a:moveTo>
                <a:cubicBezTo>
                  <a:pt x="84" y="86"/>
                  <a:pt x="84" y="86"/>
                  <a:pt x="84" y="86"/>
                </a:cubicBezTo>
                <a:cubicBezTo>
                  <a:pt x="153" y="18"/>
                  <a:pt x="153" y="18"/>
                  <a:pt x="153" y="18"/>
                </a:cubicBezTo>
                <a:cubicBezTo>
                  <a:pt x="184" y="49"/>
                  <a:pt x="184" y="49"/>
                  <a:pt x="184" y="49"/>
                </a:cubicBezTo>
                <a:lnTo>
                  <a:pt x="115" y="117"/>
                </a:lnTo>
                <a:close/>
                <a:moveTo>
                  <a:pt x="111" y="121"/>
                </a:moveTo>
                <a:cubicBezTo>
                  <a:pt x="67" y="133"/>
                  <a:pt x="67" y="133"/>
                  <a:pt x="67" y="133"/>
                </a:cubicBezTo>
                <a:cubicBezTo>
                  <a:pt x="80" y="90"/>
                  <a:pt x="80" y="90"/>
                  <a:pt x="80" y="90"/>
                </a:cubicBezTo>
                <a:lnTo>
                  <a:pt x="111" y="121"/>
                </a:lnTo>
                <a:close/>
                <a:moveTo>
                  <a:pt x="39" y="26"/>
                </a:moveTo>
                <a:cubicBezTo>
                  <a:pt x="28" y="26"/>
                  <a:pt x="20" y="34"/>
                  <a:pt x="20" y="45"/>
                </a:cubicBezTo>
                <a:cubicBezTo>
                  <a:pt x="20" y="162"/>
                  <a:pt x="20" y="162"/>
                  <a:pt x="20" y="162"/>
                </a:cubicBezTo>
                <a:cubicBezTo>
                  <a:pt x="20" y="173"/>
                  <a:pt x="28" y="182"/>
                  <a:pt x="39" y="182"/>
                </a:cubicBezTo>
                <a:cubicBezTo>
                  <a:pt x="156" y="182"/>
                  <a:pt x="156" y="182"/>
                  <a:pt x="156" y="182"/>
                </a:cubicBezTo>
                <a:cubicBezTo>
                  <a:pt x="167" y="182"/>
                  <a:pt x="176" y="173"/>
                  <a:pt x="176" y="162"/>
                </a:cubicBezTo>
                <a:cubicBezTo>
                  <a:pt x="176" y="85"/>
                  <a:pt x="176" y="85"/>
                  <a:pt x="176" y="85"/>
                </a:cubicBezTo>
                <a:cubicBezTo>
                  <a:pt x="196" y="66"/>
                  <a:pt x="196" y="66"/>
                  <a:pt x="196" y="66"/>
                </a:cubicBezTo>
                <a:cubicBezTo>
                  <a:pt x="196" y="169"/>
                  <a:pt x="196" y="169"/>
                  <a:pt x="196" y="169"/>
                </a:cubicBezTo>
                <a:cubicBezTo>
                  <a:pt x="196" y="187"/>
                  <a:pt x="181" y="202"/>
                  <a:pt x="163" y="202"/>
                </a:cubicBezTo>
                <a:cubicBezTo>
                  <a:pt x="32" y="202"/>
                  <a:pt x="32" y="202"/>
                  <a:pt x="32" y="202"/>
                </a:cubicBezTo>
                <a:cubicBezTo>
                  <a:pt x="14" y="202"/>
                  <a:pt x="0" y="187"/>
                  <a:pt x="0" y="169"/>
                </a:cubicBezTo>
                <a:cubicBezTo>
                  <a:pt x="0" y="40"/>
                  <a:pt x="0" y="40"/>
                  <a:pt x="0" y="40"/>
                </a:cubicBezTo>
                <a:cubicBezTo>
                  <a:pt x="0" y="22"/>
                  <a:pt x="14" y="6"/>
                  <a:pt x="32" y="6"/>
                </a:cubicBezTo>
                <a:cubicBezTo>
                  <a:pt x="136" y="6"/>
                  <a:pt x="136" y="6"/>
                  <a:pt x="136" y="6"/>
                </a:cubicBezTo>
                <a:cubicBezTo>
                  <a:pt x="116" y="26"/>
                  <a:pt x="116" y="26"/>
                  <a:pt x="116" y="26"/>
                </a:cubicBezTo>
                <a:lnTo>
                  <a:pt x="39" y="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Tree>
    <p:extLst>
      <p:ext uri="{BB962C8B-B14F-4D97-AF65-F5344CB8AC3E}">
        <p14:creationId xmlns:p14="http://schemas.microsoft.com/office/powerpoint/2010/main" val="345036500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4DBF7-EE05-054F-4119-9107E9060661}"/>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8D216FF5-102C-3838-7BD6-9AEC0A1C3713}"/>
              </a:ext>
            </a:extLst>
          </p:cNvPr>
          <p:cNvSpPr txBox="1"/>
          <p:nvPr/>
        </p:nvSpPr>
        <p:spPr>
          <a:xfrm>
            <a:off x="181204" y="259385"/>
            <a:ext cx="2550426" cy="646331"/>
          </a:xfrm>
          <a:prstGeom prst="rect">
            <a:avLst/>
          </a:prstGeom>
          <a:noFill/>
        </p:spPr>
        <p:txBody>
          <a:bodyPr wrap="square" rtlCol="0">
            <a:spAutoFit/>
          </a:bodyPr>
          <a:lstStyle/>
          <a:p>
            <a:pPr algn="dist"/>
            <a:r>
              <a:rPr kumimoji="1" lang="zh-CN" altLang="en-US" sz="3600" dirty="0">
                <a:solidFill>
                  <a:schemeClr val="bg1"/>
                </a:soli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问题不足</a:t>
            </a:r>
          </a:p>
        </p:txBody>
      </p:sp>
      <p:sp>
        <p:nvSpPr>
          <p:cNvPr id="3" name="五边形 2">
            <a:extLst>
              <a:ext uri="{FF2B5EF4-FFF2-40B4-BE49-F238E27FC236}">
                <a16:creationId xmlns:a16="http://schemas.microsoft.com/office/drawing/2014/main" id="{442BBDB8-09B4-717D-B7AE-161E1716773A}"/>
              </a:ext>
            </a:extLst>
          </p:cNvPr>
          <p:cNvSpPr/>
          <p:nvPr/>
        </p:nvSpPr>
        <p:spPr>
          <a:xfrm rot="16200000">
            <a:off x="6422879" y="1669126"/>
            <a:ext cx="1119812" cy="888325"/>
          </a:xfrm>
          <a:prstGeom prst="homePlate">
            <a:avLst>
              <a:gd name="adj" fmla="val 28947"/>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任意形状 3">
            <a:extLst>
              <a:ext uri="{FF2B5EF4-FFF2-40B4-BE49-F238E27FC236}">
                <a16:creationId xmlns:a16="http://schemas.microsoft.com/office/drawing/2014/main" id="{13315577-385C-7BA4-E255-B034761FDC7F}"/>
              </a:ext>
            </a:extLst>
          </p:cNvPr>
          <p:cNvSpPr/>
          <p:nvPr/>
        </p:nvSpPr>
        <p:spPr>
          <a:xfrm>
            <a:off x="6538616" y="2673195"/>
            <a:ext cx="3962400" cy="888325"/>
          </a:xfrm>
          <a:custGeom>
            <a:avLst/>
            <a:gdLst>
              <a:gd name="connsiteX0" fmla="*/ 0 w 3962400"/>
              <a:gd name="connsiteY0" fmla="*/ 0 h 888325"/>
              <a:gd name="connsiteX1" fmla="*/ 3705257 w 3962400"/>
              <a:gd name="connsiteY1" fmla="*/ 0 h 888325"/>
              <a:gd name="connsiteX2" fmla="*/ 3962400 w 3962400"/>
              <a:gd name="connsiteY2" fmla="*/ 444163 h 888325"/>
              <a:gd name="connsiteX3" fmla="*/ 3705257 w 3962400"/>
              <a:gd name="connsiteY3" fmla="*/ 888325 h 888325"/>
              <a:gd name="connsiteX4" fmla="*/ 888325 w 3962400"/>
              <a:gd name="connsiteY4" fmla="*/ 888325 h 888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888325">
                <a:moveTo>
                  <a:pt x="0" y="0"/>
                </a:moveTo>
                <a:lnTo>
                  <a:pt x="3705257" y="0"/>
                </a:lnTo>
                <a:lnTo>
                  <a:pt x="3962400" y="444163"/>
                </a:lnTo>
                <a:lnTo>
                  <a:pt x="3705257" y="888325"/>
                </a:lnTo>
                <a:lnTo>
                  <a:pt x="888325" y="888325"/>
                </a:lnTo>
                <a:close/>
              </a:path>
            </a:pathLst>
          </a:cu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5" name="Freeform 26">
            <a:extLst>
              <a:ext uri="{FF2B5EF4-FFF2-40B4-BE49-F238E27FC236}">
                <a16:creationId xmlns:a16="http://schemas.microsoft.com/office/drawing/2014/main" id="{B383979A-6FE2-FB57-8A9C-529D8F55AB02}"/>
              </a:ext>
            </a:extLst>
          </p:cNvPr>
          <p:cNvSpPr>
            <a:spLocks noEditPoints="1"/>
          </p:cNvSpPr>
          <p:nvPr/>
        </p:nvSpPr>
        <p:spPr bwMode="auto">
          <a:xfrm>
            <a:off x="6809995" y="1979318"/>
            <a:ext cx="347663" cy="365125"/>
          </a:xfrm>
          <a:custGeom>
            <a:avLst/>
            <a:gdLst>
              <a:gd name="T0" fmla="*/ 147 w 195"/>
              <a:gd name="T1" fmla="*/ 122 h 205"/>
              <a:gd name="T2" fmla="*/ 129 w 195"/>
              <a:gd name="T3" fmla="*/ 104 h 205"/>
              <a:gd name="T4" fmla="*/ 184 w 195"/>
              <a:gd name="T5" fmla="*/ 104 h 205"/>
              <a:gd name="T6" fmla="*/ 195 w 195"/>
              <a:gd name="T7" fmla="*/ 93 h 205"/>
              <a:gd name="T8" fmla="*/ 195 w 195"/>
              <a:gd name="T9" fmla="*/ 93 h 205"/>
              <a:gd name="T10" fmla="*/ 184 w 195"/>
              <a:gd name="T11" fmla="*/ 82 h 205"/>
              <a:gd name="T12" fmla="*/ 129 w 195"/>
              <a:gd name="T13" fmla="*/ 82 h 205"/>
              <a:gd name="T14" fmla="*/ 148 w 195"/>
              <a:gd name="T15" fmla="*/ 63 h 205"/>
              <a:gd name="T16" fmla="*/ 148 w 195"/>
              <a:gd name="T17" fmla="*/ 48 h 205"/>
              <a:gd name="T18" fmla="*/ 148 w 195"/>
              <a:gd name="T19" fmla="*/ 48 h 205"/>
              <a:gd name="T20" fmla="*/ 132 w 195"/>
              <a:gd name="T21" fmla="*/ 48 h 205"/>
              <a:gd name="T22" fmla="*/ 96 w 195"/>
              <a:gd name="T23" fmla="*/ 84 h 205"/>
              <a:gd name="T24" fmla="*/ 95 w 195"/>
              <a:gd name="T25" fmla="*/ 85 h 205"/>
              <a:gd name="T26" fmla="*/ 95 w 195"/>
              <a:gd name="T27" fmla="*/ 85 h 205"/>
              <a:gd name="T28" fmla="*/ 95 w 195"/>
              <a:gd name="T29" fmla="*/ 100 h 205"/>
              <a:gd name="T30" fmla="*/ 132 w 195"/>
              <a:gd name="T31" fmla="*/ 138 h 205"/>
              <a:gd name="T32" fmla="*/ 147 w 195"/>
              <a:gd name="T33" fmla="*/ 138 h 205"/>
              <a:gd name="T34" fmla="*/ 147 w 195"/>
              <a:gd name="T35" fmla="*/ 138 h 205"/>
              <a:gd name="T36" fmla="*/ 147 w 195"/>
              <a:gd name="T37" fmla="*/ 122 h 205"/>
              <a:gd name="T38" fmla="*/ 27 w 195"/>
              <a:gd name="T39" fmla="*/ 0 h 205"/>
              <a:gd name="T40" fmla="*/ 102 w 195"/>
              <a:gd name="T41" fmla="*/ 0 h 205"/>
              <a:gd name="T42" fmla="*/ 128 w 195"/>
              <a:gd name="T43" fmla="*/ 27 h 205"/>
              <a:gd name="T44" fmla="*/ 128 w 195"/>
              <a:gd name="T45" fmla="*/ 35 h 205"/>
              <a:gd name="T46" fmla="*/ 117 w 195"/>
              <a:gd name="T47" fmla="*/ 47 h 205"/>
              <a:gd name="T48" fmla="*/ 117 w 195"/>
              <a:gd name="T49" fmla="*/ 37 h 205"/>
              <a:gd name="T50" fmla="*/ 105 w 195"/>
              <a:gd name="T51" fmla="*/ 24 h 205"/>
              <a:gd name="T52" fmla="*/ 24 w 195"/>
              <a:gd name="T53" fmla="*/ 24 h 205"/>
              <a:gd name="T54" fmla="*/ 12 w 195"/>
              <a:gd name="T55" fmla="*/ 36 h 205"/>
              <a:gd name="T56" fmla="*/ 12 w 195"/>
              <a:gd name="T57" fmla="*/ 151 h 205"/>
              <a:gd name="T58" fmla="*/ 24 w 195"/>
              <a:gd name="T59" fmla="*/ 163 h 205"/>
              <a:gd name="T60" fmla="*/ 105 w 195"/>
              <a:gd name="T61" fmla="*/ 163 h 205"/>
              <a:gd name="T62" fmla="*/ 117 w 195"/>
              <a:gd name="T63" fmla="*/ 151 h 205"/>
              <a:gd name="T64" fmla="*/ 117 w 195"/>
              <a:gd name="T65" fmla="*/ 136 h 205"/>
              <a:gd name="T66" fmla="*/ 128 w 195"/>
              <a:gd name="T67" fmla="*/ 148 h 205"/>
              <a:gd name="T68" fmla="*/ 128 w 195"/>
              <a:gd name="T69" fmla="*/ 178 h 205"/>
              <a:gd name="T70" fmla="*/ 102 w 195"/>
              <a:gd name="T71" fmla="*/ 205 h 205"/>
              <a:gd name="T72" fmla="*/ 27 w 195"/>
              <a:gd name="T73" fmla="*/ 205 h 205"/>
              <a:gd name="T74" fmla="*/ 0 w 195"/>
              <a:gd name="T75" fmla="*/ 178 h 205"/>
              <a:gd name="T76" fmla="*/ 0 w 195"/>
              <a:gd name="T77" fmla="*/ 27 h 205"/>
              <a:gd name="T78" fmla="*/ 27 w 195"/>
              <a:gd name="T79" fmla="*/ 0 h 205"/>
              <a:gd name="T80" fmla="*/ 64 w 195"/>
              <a:gd name="T81" fmla="*/ 173 h 205"/>
              <a:gd name="T82" fmla="*/ 75 w 195"/>
              <a:gd name="T83" fmla="*/ 183 h 205"/>
              <a:gd name="T84" fmla="*/ 64 w 195"/>
              <a:gd name="T85" fmla="*/ 194 h 205"/>
              <a:gd name="T86" fmla="*/ 54 w 195"/>
              <a:gd name="T87" fmla="*/ 183 h 205"/>
              <a:gd name="T88" fmla="*/ 64 w 195"/>
              <a:gd name="T89" fmla="*/ 173 h 205"/>
              <a:gd name="T90" fmla="*/ 50 w 195"/>
              <a:gd name="T91" fmla="*/ 9 h 205"/>
              <a:gd name="T92" fmla="*/ 79 w 195"/>
              <a:gd name="T93" fmla="*/ 9 h 205"/>
              <a:gd name="T94" fmla="*/ 83 w 195"/>
              <a:gd name="T95" fmla="*/ 13 h 205"/>
              <a:gd name="T96" fmla="*/ 83 w 195"/>
              <a:gd name="T97" fmla="*/ 13 h 205"/>
              <a:gd name="T98" fmla="*/ 79 w 195"/>
              <a:gd name="T99" fmla="*/ 16 h 205"/>
              <a:gd name="T100" fmla="*/ 50 w 195"/>
              <a:gd name="T101" fmla="*/ 16 h 205"/>
              <a:gd name="T102" fmla="*/ 45 w 195"/>
              <a:gd name="T103" fmla="*/ 13 h 205"/>
              <a:gd name="T104" fmla="*/ 45 w 195"/>
              <a:gd name="T105" fmla="*/ 13 h 205"/>
              <a:gd name="T106" fmla="*/ 50 w 195"/>
              <a:gd name="T107" fmla="*/ 9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5" h="205">
                <a:moveTo>
                  <a:pt x="147" y="122"/>
                </a:moveTo>
                <a:cubicBezTo>
                  <a:pt x="129" y="104"/>
                  <a:pt x="129" y="104"/>
                  <a:pt x="129" y="104"/>
                </a:cubicBezTo>
                <a:cubicBezTo>
                  <a:pt x="184" y="104"/>
                  <a:pt x="184" y="104"/>
                  <a:pt x="184" y="104"/>
                </a:cubicBezTo>
                <a:cubicBezTo>
                  <a:pt x="190" y="104"/>
                  <a:pt x="195" y="99"/>
                  <a:pt x="195" y="93"/>
                </a:cubicBezTo>
                <a:cubicBezTo>
                  <a:pt x="195" y="93"/>
                  <a:pt x="195" y="93"/>
                  <a:pt x="195" y="93"/>
                </a:cubicBezTo>
                <a:cubicBezTo>
                  <a:pt x="195" y="86"/>
                  <a:pt x="190" y="82"/>
                  <a:pt x="184" y="82"/>
                </a:cubicBezTo>
                <a:cubicBezTo>
                  <a:pt x="129" y="82"/>
                  <a:pt x="129" y="82"/>
                  <a:pt x="129" y="82"/>
                </a:cubicBezTo>
                <a:cubicBezTo>
                  <a:pt x="148" y="63"/>
                  <a:pt x="148" y="63"/>
                  <a:pt x="148" y="63"/>
                </a:cubicBezTo>
                <a:cubicBezTo>
                  <a:pt x="152" y="59"/>
                  <a:pt x="152" y="52"/>
                  <a:pt x="148" y="48"/>
                </a:cubicBezTo>
                <a:cubicBezTo>
                  <a:pt x="148" y="48"/>
                  <a:pt x="148" y="48"/>
                  <a:pt x="148" y="48"/>
                </a:cubicBezTo>
                <a:cubicBezTo>
                  <a:pt x="143" y="43"/>
                  <a:pt x="136" y="43"/>
                  <a:pt x="132" y="48"/>
                </a:cubicBezTo>
                <a:cubicBezTo>
                  <a:pt x="96" y="84"/>
                  <a:pt x="96" y="84"/>
                  <a:pt x="96" y="84"/>
                </a:cubicBezTo>
                <a:cubicBezTo>
                  <a:pt x="95" y="84"/>
                  <a:pt x="95" y="84"/>
                  <a:pt x="95" y="85"/>
                </a:cubicBezTo>
                <a:cubicBezTo>
                  <a:pt x="95" y="85"/>
                  <a:pt x="95" y="85"/>
                  <a:pt x="95" y="85"/>
                </a:cubicBezTo>
                <a:cubicBezTo>
                  <a:pt x="90" y="89"/>
                  <a:pt x="90" y="96"/>
                  <a:pt x="95" y="100"/>
                </a:cubicBezTo>
                <a:cubicBezTo>
                  <a:pt x="132" y="138"/>
                  <a:pt x="132" y="138"/>
                  <a:pt x="132" y="138"/>
                </a:cubicBezTo>
                <a:cubicBezTo>
                  <a:pt x="136" y="142"/>
                  <a:pt x="143" y="142"/>
                  <a:pt x="147" y="138"/>
                </a:cubicBezTo>
                <a:cubicBezTo>
                  <a:pt x="147" y="138"/>
                  <a:pt x="147" y="138"/>
                  <a:pt x="147" y="138"/>
                </a:cubicBezTo>
                <a:cubicBezTo>
                  <a:pt x="152" y="133"/>
                  <a:pt x="152" y="126"/>
                  <a:pt x="147" y="122"/>
                </a:cubicBezTo>
                <a:close/>
                <a:moveTo>
                  <a:pt x="27" y="0"/>
                </a:moveTo>
                <a:cubicBezTo>
                  <a:pt x="102" y="0"/>
                  <a:pt x="102" y="0"/>
                  <a:pt x="102" y="0"/>
                </a:cubicBezTo>
                <a:cubicBezTo>
                  <a:pt x="116" y="0"/>
                  <a:pt x="128" y="12"/>
                  <a:pt x="128" y="27"/>
                </a:cubicBezTo>
                <a:cubicBezTo>
                  <a:pt x="128" y="35"/>
                  <a:pt x="128" y="35"/>
                  <a:pt x="128" y="35"/>
                </a:cubicBezTo>
                <a:cubicBezTo>
                  <a:pt x="117" y="47"/>
                  <a:pt x="117" y="47"/>
                  <a:pt x="117" y="47"/>
                </a:cubicBezTo>
                <a:cubicBezTo>
                  <a:pt x="117" y="37"/>
                  <a:pt x="117" y="37"/>
                  <a:pt x="117" y="37"/>
                </a:cubicBezTo>
                <a:cubicBezTo>
                  <a:pt x="117" y="31"/>
                  <a:pt x="111" y="24"/>
                  <a:pt x="105" y="24"/>
                </a:cubicBezTo>
                <a:cubicBezTo>
                  <a:pt x="24" y="24"/>
                  <a:pt x="24" y="24"/>
                  <a:pt x="24" y="24"/>
                </a:cubicBezTo>
                <a:cubicBezTo>
                  <a:pt x="17" y="24"/>
                  <a:pt x="12" y="29"/>
                  <a:pt x="12" y="36"/>
                </a:cubicBezTo>
                <a:cubicBezTo>
                  <a:pt x="12" y="151"/>
                  <a:pt x="12" y="151"/>
                  <a:pt x="12" y="151"/>
                </a:cubicBezTo>
                <a:cubicBezTo>
                  <a:pt x="12" y="157"/>
                  <a:pt x="18" y="163"/>
                  <a:pt x="24" y="163"/>
                </a:cubicBezTo>
                <a:cubicBezTo>
                  <a:pt x="105" y="163"/>
                  <a:pt x="105" y="163"/>
                  <a:pt x="105" y="163"/>
                </a:cubicBezTo>
                <a:cubicBezTo>
                  <a:pt x="111" y="163"/>
                  <a:pt x="117" y="157"/>
                  <a:pt x="117" y="151"/>
                </a:cubicBezTo>
                <a:cubicBezTo>
                  <a:pt x="117" y="136"/>
                  <a:pt x="117" y="136"/>
                  <a:pt x="117" y="136"/>
                </a:cubicBezTo>
                <a:cubicBezTo>
                  <a:pt x="128" y="148"/>
                  <a:pt x="128" y="148"/>
                  <a:pt x="128" y="148"/>
                </a:cubicBezTo>
                <a:cubicBezTo>
                  <a:pt x="128" y="178"/>
                  <a:pt x="128" y="178"/>
                  <a:pt x="128" y="178"/>
                </a:cubicBezTo>
                <a:cubicBezTo>
                  <a:pt x="128" y="193"/>
                  <a:pt x="116" y="205"/>
                  <a:pt x="102" y="205"/>
                </a:cubicBezTo>
                <a:cubicBezTo>
                  <a:pt x="27" y="205"/>
                  <a:pt x="27" y="205"/>
                  <a:pt x="27" y="205"/>
                </a:cubicBezTo>
                <a:cubicBezTo>
                  <a:pt x="12" y="205"/>
                  <a:pt x="0" y="193"/>
                  <a:pt x="0" y="178"/>
                </a:cubicBezTo>
                <a:cubicBezTo>
                  <a:pt x="0" y="27"/>
                  <a:pt x="0" y="27"/>
                  <a:pt x="0" y="27"/>
                </a:cubicBezTo>
                <a:cubicBezTo>
                  <a:pt x="0" y="12"/>
                  <a:pt x="12" y="0"/>
                  <a:pt x="27" y="0"/>
                </a:cubicBezTo>
                <a:close/>
                <a:moveTo>
                  <a:pt x="64" y="173"/>
                </a:moveTo>
                <a:cubicBezTo>
                  <a:pt x="70" y="173"/>
                  <a:pt x="75" y="178"/>
                  <a:pt x="75" y="183"/>
                </a:cubicBezTo>
                <a:cubicBezTo>
                  <a:pt x="75" y="189"/>
                  <a:pt x="70" y="194"/>
                  <a:pt x="64" y="194"/>
                </a:cubicBezTo>
                <a:cubicBezTo>
                  <a:pt x="58" y="194"/>
                  <a:pt x="54" y="189"/>
                  <a:pt x="54" y="183"/>
                </a:cubicBezTo>
                <a:cubicBezTo>
                  <a:pt x="54" y="178"/>
                  <a:pt x="58" y="173"/>
                  <a:pt x="64" y="173"/>
                </a:cubicBezTo>
                <a:close/>
                <a:moveTo>
                  <a:pt x="50" y="9"/>
                </a:moveTo>
                <a:cubicBezTo>
                  <a:pt x="79" y="9"/>
                  <a:pt x="79" y="9"/>
                  <a:pt x="79" y="9"/>
                </a:cubicBezTo>
                <a:cubicBezTo>
                  <a:pt x="81" y="9"/>
                  <a:pt x="83" y="10"/>
                  <a:pt x="83" y="13"/>
                </a:cubicBezTo>
                <a:cubicBezTo>
                  <a:pt x="83" y="13"/>
                  <a:pt x="83" y="13"/>
                  <a:pt x="83" y="13"/>
                </a:cubicBezTo>
                <a:cubicBezTo>
                  <a:pt x="83" y="15"/>
                  <a:pt x="81" y="16"/>
                  <a:pt x="79" y="16"/>
                </a:cubicBezTo>
                <a:cubicBezTo>
                  <a:pt x="50" y="16"/>
                  <a:pt x="50" y="16"/>
                  <a:pt x="50" y="16"/>
                </a:cubicBezTo>
                <a:cubicBezTo>
                  <a:pt x="47" y="16"/>
                  <a:pt x="45" y="15"/>
                  <a:pt x="45" y="13"/>
                </a:cubicBezTo>
                <a:cubicBezTo>
                  <a:pt x="45" y="13"/>
                  <a:pt x="45" y="13"/>
                  <a:pt x="45" y="13"/>
                </a:cubicBezTo>
                <a:cubicBezTo>
                  <a:pt x="45" y="10"/>
                  <a:pt x="47" y="9"/>
                  <a:pt x="50" y="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6" name="文本框 5">
            <a:extLst>
              <a:ext uri="{FF2B5EF4-FFF2-40B4-BE49-F238E27FC236}">
                <a16:creationId xmlns:a16="http://schemas.microsoft.com/office/drawing/2014/main" id="{6A0997A1-1FA9-2A65-C283-090FCDB0FD07}"/>
              </a:ext>
            </a:extLst>
          </p:cNvPr>
          <p:cNvSpPr txBox="1"/>
          <p:nvPr/>
        </p:nvSpPr>
        <p:spPr>
          <a:xfrm>
            <a:off x="7830243" y="2948080"/>
            <a:ext cx="2031325" cy="338554"/>
          </a:xfrm>
          <a:prstGeom prst="rect">
            <a:avLst/>
          </a:prstGeom>
          <a:noFill/>
        </p:spPr>
        <p:txBody>
          <a:bodyPr wrap="none" rtlCol="0">
            <a:spAutoFit/>
          </a:bodyPr>
          <a:lstStyle/>
          <a:p>
            <a:r>
              <a:rPr kumimoji="1" lang="zh-CN" altLang="en-US" sz="1600" dirty="0">
                <a:solidFill>
                  <a:schemeClr val="bg1"/>
                </a:solidFill>
                <a:latin typeface="+mj-ea"/>
                <a:ea typeface="+mj-ea"/>
              </a:rPr>
              <a:t>请输入项目标题文字</a:t>
            </a:r>
          </a:p>
        </p:txBody>
      </p:sp>
      <p:sp>
        <p:nvSpPr>
          <p:cNvPr id="7" name="五边形 6">
            <a:extLst>
              <a:ext uri="{FF2B5EF4-FFF2-40B4-BE49-F238E27FC236}">
                <a16:creationId xmlns:a16="http://schemas.microsoft.com/office/drawing/2014/main" id="{E43B0D08-F09C-D948-391D-C4DFDDF1D2B7}"/>
              </a:ext>
            </a:extLst>
          </p:cNvPr>
          <p:cNvSpPr/>
          <p:nvPr/>
        </p:nvSpPr>
        <p:spPr>
          <a:xfrm rot="5400000" flipH="1">
            <a:off x="4735824" y="1669126"/>
            <a:ext cx="1119812" cy="888325"/>
          </a:xfrm>
          <a:prstGeom prst="homePlate">
            <a:avLst>
              <a:gd name="adj" fmla="val 28947"/>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任意形状 7">
            <a:extLst>
              <a:ext uri="{FF2B5EF4-FFF2-40B4-BE49-F238E27FC236}">
                <a16:creationId xmlns:a16="http://schemas.microsoft.com/office/drawing/2014/main" id="{D3ACD65B-F8C2-D04B-40B8-D6ECF6491CE2}"/>
              </a:ext>
            </a:extLst>
          </p:cNvPr>
          <p:cNvSpPr/>
          <p:nvPr/>
        </p:nvSpPr>
        <p:spPr>
          <a:xfrm flipH="1">
            <a:off x="1777499" y="2673195"/>
            <a:ext cx="3962400" cy="888325"/>
          </a:xfrm>
          <a:custGeom>
            <a:avLst/>
            <a:gdLst>
              <a:gd name="connsiteX0" fmla="*/ 0 w 3962400"/>
              <a:gd name="connsiteY0" fmla="*/ 0 h 888325"/>
              <a:gd name="connsiteX1" fmla="*/ 3705257 w 3962400"/>
              <a:gd name="connsiteY1" fmla="*/ 0 h 888325"/>
              <a:gd name="connsiteX2" fmla="*/ 3962400 w 3962400"/>
              <a:gd name="connsiteY2" fmla="*/ 444163 h 888325"/>
              <a:gd name="connsiteX3" fmla="*/ 3705257 w 3962400"/>
              <a:gd name="connsiteY3" fmla="*/ 888325 h 888325"/>
              <a:gd name="connsiteX4" fmla="*/ 888325 w 3962400"/>
              <a:gd name="connsiteY4" fmla="*/ 888325 h 888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888325">
                <a:moveTo>
                  <a:pt x="0" y="0"/>
                </a:moveTo>
                <a:lnTo>
                  <a:pt x="3705257" y="0"/>
                </a:lnTo>
                <a:lnTo>
                  <a:pt x="3962400" y="444163"/>
                </a:lnTo>
                <a:lnTo>
                  <a:pt x="3705257" y="888325"/>
                </a:lnTo>
                <a:lnTo>
                  <a:pt x="888325" y="888325"/>
                </a:lnTo>
                <a:close/>
              </a:path>
            </a:pathLst>
          </a:cu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9" name="五边形 8">
            <a:extLst>
              <a:ext uri="{FF2B5EF4-FFF2-40B4-BE49-F238E27FC236}">
                <a16:creationId xmlns:a16="http://schemas.microsoft.com/office/drawing/2014/main" id="{110103E3-D975-BDD9-E93C-07EFD863A298}"/>
              </a:ext>
            </a:extLst>
          </p:cNvPr>
          <p:cNvSpPr/>
          <p:nvPr/>
        </p:nvSpPr>
        <p:spPr>
          <a:xfrm rot="5400000" flipV="1">
            <a:off x="6422879" y="4843379"/>
            <a:ext cx="1119812" cy="888325"/>
          </a:xfrm>
          <a:prstGeom prst="homePlate">
            <a:avLst>
              <a:gd name="adj" fmla="val 28947"/>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任意形状 9">
            <a:extLst>
              <a:ext uri="{FF2B5EF4-FFF2-40B4-BE49-F238E27FC236}">
                <a16:creationId xmlns:a16="http://schemas.microsoft.com/office/drawing/2014/main" id="{2BB35F80-DB64-A9AA-EFC4-7BACE3AF9BFA}"/>
              </a:ext>
            </a:extLst>
          </p:cNvPr>
          <p:cNvSpPr/>
          <p:nvPr/>
        </p:nvSpPr>
        <p:spPr>
          <a:xfrm flipV="1">
            <a:off x="6538616" y="3839310"/>
            <a:ext cx="3962400" cy="888325"/>
          </a:xfrm>
          <a:custGeom>
            <a:avLst/>
            <a:gdLst>
              <a:gd name="connsiteX0" fmla="*/ 0 w 3962400"/>
              <a:gd name="connsiteY0" fmla="*/ 0 h 888325"/>
              <a:gd name="connsiteX1" fmla="*/ 3705257 w 3962400"/>
              <a:gd name="connsiteY1" fmla="*/ 0 h 888325"/>
              <a:gd name="connsiteX2" fmla="*/ 3962400 w 3962400"/>
              <a:gd name="connsiteY2" fmla="*/ 444163 h 888325"/>
              <a:gd name="connsiteX3" fmla="*/ 3705257 w 3962400"/>
              <a:gd name="connsiteY3" fmla="*/ 888325 h 888325"/>
              <a:gd name="connsiteX4" fmla="*/ 888325 w 3962400"/>
              <a:gd name="connsiteY4" fmla="*/ 888325 h 888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888325">
                <a:moveTo>
                  <a:pt x="0" y="0"/>
                </a:moveTo>
                <a:lnTo>
                  <a:pt x="3705257" y="0"/>
                </a:lnTo>
                <a:lnTo>
                  <a:pt x="3962400" y="444163"/>
                </a:lnTo>
                <a:lnTo>
                  <a:pt x="3705257" y="888325"/>
                </a:lnTo>
                <a:lnTo>
                  <a:pt x="888325" y="888325"/>
                </a:lnTo>
                <a:close/>
              </a:path>
            </a:pathLst>
          </a:cu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1" name="五边形 10">
            <a:extLst>
              <a:ext uri="{FF2B5EF4-FFF2-40B4-BE49-F238E27FC236}">
                <a16:creationId xmlns:a16="http://schemas.microsoft.com/office/drawing/2014/main" id="{81FDA150-0652-97FF-4214-4185CABA5141}"/>
              </a:ext>
            </a:extLst>
          </p:cNvPr>
          <p:cNvSpPr/>
          <p:nvPr/>
        </p:nvSpPr>
        <p:spPr>
          <a:xfrm rot="16200000" flipH="1" flipV="1">
            <a:off x="4735824" y="4843379"/>
            <a:ext cx="1119812" cy="888325"/>
          </a:xfrm>
          <a:prstGeom prst="homePlate">
            <a:avLst>
              <a:gd name="adj" fmla="val 28947"/>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任意形状 11">
            <a:extLst>
              <a:ext uri="{FF2B5EF4-FFF2-40B4-BE49-F238E27FC236}">
                <a16:creationId xmlns:a16="http://schemas.microsoft.com/office/drawing/2014/main" id="{F93C5EE9-5F93-CB7F-24DA-5309C6689A06}"/>
              </a:ext>
            </a:extLst>
          </p:cNvPr>
          <p:cNvSpPr/>
          <p:nvPr/>
        </p:nvSpPr>
        <p:spPr>
          <a:xfrm flipH="1" flipV="1">
            <a:off x="1777499" y="3839310"/>
            <a:ext cx="3962400" cy="888325"/>
          </a:xfrm>
          <a:custGeom>
            <a:avLst/>
            <a:gdLst>
              <a:gd name="connsiteX0" fmla="*/ 0 w 3962400"/>
              <a:gd name="connsiteY0" fmla="*/ 0 h 888325"/>
              <a:gd name="connsiteX1" fmla="*/ 3705257 w 3962400"/>
              <a:gd name="connsiteY1" fmla="*/ 0 h 888325"/>
              <a:gd name="connsiteX2" fmla="*/ 3962400 w 3962400"/>
              <a:gd name="connsiteY2" fmla="*/ 444163 h 888325"/>
              <a:gd name="connsiteX3" fmla="*/ 3705257 w 3962400"/>
              <a:gd name="connsiteY3" fmla="*/ 888325 h 888325"/>
              <a:gd name="connsiteX4" fmla="*/ 888325 w 3962400"/>
              <a:gd name="connsiteY4" fmla="*/ 888325 h 888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888325">
                <a:moveTo>
                  <a:pt x="0" y="0"/>
                </a:moveTo>
                <a:lnTo>
                  <a:pt x="3705257" y="0"/>
                </a:lnTo>
                <a:lnTo>
                  <a:pt x="3962400" y="444163"/>
                </a:lnTo>
                <a:lnTo>
                  <a:pt x="3705257" y="888325"/>
                </a:lnTo>
                <a:lnTo>
                  <a:pt x="888325" y="888325"/>
                </a:lnTo>
                <a:close/>
              </a:path>
            </a:pathLst>
          </a:cu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3" name="Freeform 27">
            <a:extLst>
              <a:ext uri="{FF2B5EF4-FFF2-40B4-BE49-F238E27FC236}">
                <a16:creationId xmlns:a16="http://schemas.microsoft.com/office/drawing/2014/main" id="{7DB83551-2845-7138-5945-702A15989386}"/>
              </a:ext>
            </a:extLst>
          </p:cNvPr>
          <p:cNvSpPr>
            <a:spLocks noEditPoints="1"/>
          </p:cNvSpPr>
          <p:nvPr/>
        </p:nvSpPr>
        <p:spPr bwMode="auto">
          <a:xfrm>
            <a:off x="6825392" y="5110437"/>
            <a:ext cx="374650" cy="373063"/>
          </a:xfrm>
          <a:custGeom>
            <a:avLst/>
            <a:gdLst>
              <a:gd name="T0" fmla="*/ 73 w 210"/>
              <a:gd name="T1" fmla="*/ 0 h 209"/>
              <a:gd name="T2" fmla="*/ 178 w 210"/>
              <a:gd name="T3" fmla="*/ 0 h 209"/>
              <a:gd name="T4" fmla="*/ 210 w 210"/>
              <a:gd name="T5" fmla="*/ 33 h 209"/>
              <a:gd name="T6" fmla="*/ 210 w 210"/>
              <a:gd name="T7" fmla="*/ 90 h 209"/>
              <a:gd name="T8" fmla="*/ 183 w 210"/>
              <a:gd name="T9" fmla="*/ 122 h 209"/>
              <a:gd name="T10" fmla="*/ 182 w 210"/>
              <a:gd name="T11" fmla="*/ 170 h 209"/>
              <a:gd name="T12" fmla="*/ 146 w 210"/>
              <a:gd name="T13" fmla="*/ 126 h 209"/>
              <a:gd name="T14" fmla="*/ 146 w 210"/>
              <a:gd name="T15" fmla="*/ 85 h 209"/>
              <a:gd name="T16" fmla="*/ 114 w 210"/>
              <a:gd name="T17" fmla="*/ 53 h 209"/>
              <a:gd name="T18" fmla="*/ 40 w 210"/>
              <a:gd name="T19" fmla="*/ 53 h 209"/>
              <a:gd name="T20" fmla="*/ 40 w 210"/>
              <a:gd name="T21" fmla="*/ 33 h 209"/>
              <a:gd name="T22" fmla="*/ 73 w 210"/>
              <a:gd name="T23" fmla="*/ 0 h 209"/>
              <a:gd name="T24" fmla="*/ 107 w 210"/>
              <a:gd name="T25" fmla="*/ 61 h 209"/>
              <a:gd name="T26" fmla="*/ 30 w 210"/>
              <a:gd name="T27" fmla="*/ 61 h 209"/>
              <a:gd name="T28" fmla="*/ 0 w 210"/>
              <a:gd name="T29" fmla="*/ 93 h 209"/>
              <a:gd name="T30" fmla="*/ 0 w 210"/>
              <a:gd name="T31" fmla="*/ 139 h 209"/>
              <a:gd name="T32" fmla="*/ 27 w 210"/>
              <a:gd name="T33" fmla="*/ 170 h 209"/>
              <a:gd name="T34" fmla="*/ 28 w 210"/>
              <a:gd name="T35" fmla="*/ 209 h 209"/>
              <a:gd name="T36" fmla="*/ 67 w 210"/>
              <a:gd name="T37" fmla="*/ 171 h 209"/>
              <a:gd name="T38" fmla="*/ 112 w 210"/>
              <a:gd name="T39" fmla="*/ 170 h 209"/>
              <a:gd name="T40" fmla="*/ 138 w 210"/>
              <a:gd name="T41" fmla="*/ 139 h 209"/>
              <a:gd name="T42" fmla="*/ 138 w 210"/>
              <a:gd name="T43" fmla="*/ 91 h 209"/>
              <a:gd name="T44" fmla="*/ 107 w 210"/>
              <a:gd name="T45" fmla="*/ 61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0" h="209">
                <a:moveTo>
                  <a:pt x="73" y="0"/>
                </a:moveTo>
                <a:cubicBezTo>
                  <a:pt x="178" y="0"/>
                  <a:pt x="178" y="0"/>
                  <a:pt x="178" y="0"/>
                </a:cubicBezTo>
                <a:cubicBezTo>
                  <a:pt x="195" y="0"/>
                  <a:pt x="210" y="15"/>
                  <a:pt x="210" y="33"/>
                </a:cubicBezTo>
                <a:cubicBezTo>
                  <a:pt x="210" y="90"/>
                  <a:pt x="210" y="90"/>
                  <a:pt x="210" y="90"/>
                </a:cubicBezTo>
                <a:cubicBezTo>
                  <a:pt x="210" y="106"/>
                  <a:pt x="198" y="119"/>
                  <a:pt x="183" y="122"/>
                </a:cubicBezTo>
                <a:cubicBezTo>
                  <a:pt x="182" y="170"/>
                  <a:pt x="182" y="170"/>
                  <a:pt x="182" y="170"/>
                </a:cubicBezTo>
                <a:cubicBezTo>
                  <a:pt x="146" y="126"/>
                  <a:pt x="146" y="126"/>
                  <a:pt x="146" y="126"/>
                </a:cubicBezTo>
                <a:cubicBezTo>
                  <a:pt x="146" y="85"/>
                  <a:pt x="146" y="85"/>
                  <a:pt x="146" y="85"/>
                </a:cubicBezTo>
                <a:cubicBezTo>
                  <a:pt x="146" y="67"/>
                  <a:pt x="131" y="53"/>
                  <a:pt x="114" y="53"/>
                </a:cubicBezTo>
                <a:cubicBezTo>
                  <a:pt x="40" y="53"/>
                  <a:pt x="40" y="53"/>
                  <a:pt x="40" y="53"/>
                </a:cubicBezTo>
                <a:cubicBezTo>
                  <a:pt x="40" y="33"/>
                  <a:pt x="40" y="33"/>
                  <a:pt x="40" y="33"/>
                </a:cubicBezTo>
                <a:cubicBezTo>
                  <a:pt x="40" y="15"/>
                  <a:pt x="55" y="0"/>
                  <a:pt x="73" y="0"/>
                </a:cubicBezTo>
                <a:close/>
                <a:moveTo>
                  <a:pt x="107" y="61"/>
                </a:moveTo>
                <a:cubicBezTo>
                  <a:pt x="30" y="61"/>
                  <a:pt x="30" y="61"/>
                  <a:pt x="30" y="61"/>
                </a:cubicBezTo>
                <a:cubicBezTo>
                  <a:pt x="12" y="61"/>
                  <a:pt x="0" y="75"/>
                  <a:pt x="0" y="93"/>
                </a:cubicBezTo>
                <a:cubicBezTo>
                  <a:pt x="0" y="139"/>
                  <a:pt x="0" y="139"/>
                  <a:pt x="0" y="139"/>
                </a:cubicBezTo>
                <a:cubicBezTo>
                  <a:pt x="0" y="154"/>
                  <a:pt x="12" y="168"/>
                  <a:pt x="27" y="170"/>
                </a:cubicBezTo>
                <a:cubicBezTo>
                  <a:pt x="28" y="209"/>
                  <a:pt x="28" y="209"/>
                  <a:pt x="28" y="209"/>
                </a:cubicBezTo>
                <a:cubicBezTo>
                  <a:pt x="67" y="171"/>
                  <a:pt x="67" y="171"/>
                  <a:pt x="67" y="171"/>
                </a:cubicBezTo>
                <a:cubicBezTo>
                  <a:pt x="81" y="171"/>
                  <a:pt x="99" y="173"/>
                  <a:pt x="112" y="170"/>
                </a:cubicBezTo>
                <a:cubicBezTo>
                  <a:pt x="127" y="168"/>
                  <a:pt x="138" y="153"/>
                  <a:pt x="138" y="139"/>
                </a:cubicBezTo>
                <a:cubicBezTo>
                  <a:pt x="138" y="91"/>
                  <a:pt x="138" y="91"/>
                  <a:pt x="138" y="91"/>
                </a:cubicBezTo>
                <a:cubicBezTo>
                  <a:pt x="138" y="68"/>
                  <a:pt x="121" y="61"/>
                  <a:pt x="107" y="6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14" name="Freeform 49">
            <a:extLst>
              <a:ext uri="{FF2B5EF4-FFF2-40B4-BE49-F238E27FC236}">
                <a16:creationId xmlns:a16="http://schemas.microsoft.com/office/drawing/2014/main" id="{10477CFF-248B-4DEF-2CDE-3E81E3927282}"/>
              </a:ext>
            </a:extLst>
          </p:cNvPr>
          <p:cNvSpPr>
            <a:spLocks noEditPoints="1"/>
          </p:cNvSpPr>
          <p:nvPr/>
        </p:nvSpPr>
        <p:spPr bwMode="auto">
          <a:xfrm>
            <a:off x="5133805" y="1979318"/>
            <a:ext cx="323850" cy="349250"/>
          </a:xfrm>
          <a:custGeom>
            <a:avLst/>
            <a:gdLst>
              <a:gd name="T0" fmla="*/ 28 w 181"/>
              <a:gd name="T1" fmla="*/ 0 h 196"/>
              <a:gd name="T2" fmla="*/ 153 w 181"/>
              <a:gd name="T3" fmla="*/ 0 h 196"/>
              <a:gd name="T4" fmla="*/ 181 w 181"/>
              <a:gd name="T5" fmla="*/ 29 h 196"/>
              <a:gd name="T6" fmla="*/ 181 w 181"/>
              <a:gd name="T7" fmla="*/ 122 h 196"/>
              <a:gd name="T8" fmla="*/ 153 w 181"/>
              <a:gd name="T9" fmla="*/ 150 h 196"/>
              <a:gd name="T10" fmla="*/ 111 w 181"/>
              <a:gd name="T11" fmla="*/ 150 h 196"/>
              <a:gd name="T12" fmla="*/ 42 w 181"/>
              <a:gd name="T13" fmla="*/ 196 h 196"/>
              <a:gd name="T14" fmla="*/ 55 w 181"/>
              <a:gd name="T15" fmla="*/ 150 h 196"/>
              <a:gd name="T16" fmla="*/ 28 w 181"/>
              <a:gd name="T17" fmla="*/ 150 h 196"/>
              <a:gd name="T18" fmla="*/ 0 w 181"/>
              <a:gd name="T19" fmla="*/ 122 h 196"/>
              <a:gd name="T20" fmla="*/ 0 w 181"/>
              <a:gd name="T21" fmla="*/ 29 h 196"/>
              <a:gd name="T22" fmla="*/ 28 w 181"/>
              <a:gd name="T23" fmla="*/ 0 h 196"/>
              <a:gd name="T24" fmla="*/ 29 w 181"/>
              <a:gd name="T25" fmla="*/ 31 h 196"/>
              <a:gd name="T26" fmla="*/ 152 w 181"/>
              <a:gd name="T27" fmla="*/ 31 h 196"/>
              <a:gd name="T28" fmla="*/ 152 w 181"/>
              <a:gd name="T29" fmla="*/ 42 h 196"/>
              <a:gd name="T30" fmla="*/ 29 w 181"/>
              <a:gd name="T31" fmla="*/ 42 h 196"/>
              <a:gd name="T32" fmla="*/ 29 w 181"/>
              <a:gd name="T33" fmla="*/ 31 h 196"/>
              <a:gd name="T34" fmla="*/ 29 w 181"/>
              <a:gd name="T35" fmla="*/ 55 h 196"/>
              <a:gd name="T36" fmla="*/ 152 w 181"/>
              <a:gd name="T37" fmla="*/ 55 h 196"/>
              <a:gd name="T38" fmla="*/ 152 w 181"/>
              <a:gd name="T39" fmla="*/ 67 h 196"/>
              <a:gd name="T40" fmla="*/ 29 w 181"/>
              <a:gd name="T41" fmla="*/ 67 h 196"/>
              <a:gd name="T42" fmla="*/ 29 w 181"/>
              <a:gd name="T43" fmla="*/ 55 h 196"/>
              <a:gd name="T44" fmla="*/ 29 w 181"/>
              <a:gd name="T45" fmla="*/ 79 h 196"/>
              <a:gd name="T46" fmla="*/ 152 w 181"/>
              <a:gd name="T47" fmla="*/ 79 h 196"/>
              <a:gd name="T48" fmla="*/ 152 w 181"/>
              <a:gd name="T49" fmla="*/ 91 h 196"/>
              <a:gd name="T50" fmla="*/ 29 w 181"/>
              <a:gd name="T51" fmla="*/ 91 h 196"/>
              <a:gd name="T52" fmla="*/ 29 w 181"/>
              <a:gd name="T53" fmla="*/ 79 h 196"/>
              <a:gd name="T54" fmla="*/ 29 w 181"/>
              <a:gd name="T55" fmla="*/ 104 h 196"/>
              <a:gd name="T56" fmla="*/ 119 w 181"/>
              <a:gd name="T57" fmla="*/ 104 h 196"/>
              <a:gd name="T58" fmla="*/ 119 w 181"/>
              <a:gd name="T59" fmla="*/ 115 h 196"/>
              <a:gd name="T60" fmla="*/ 29 w 181"/>
              <a:gd name="T61" fmla="*/ 115 h 196"/>
              <a:gd name="T62" fmla="*/ 29 w 181"/>
              <a:gd name="T63" fmla="*/ 104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1" h="196">
                <a:moveTo>
                  <a:pt x="28" y="0"/>
                </a:moveTo>
                <a:cubicBezTo>
                  <a:pt x="153" y="0"/>
                  <a:pt x="153" y="0"/>
                  <a:pt x="153" y="0"/>
                </a:cubicBezTo>
                <a:cubicBezTo>
                  <a:pt x="168" y="0"/>
                  <a:pt x="181" y="13"/>
                  <a:pt x="181" y="29"/>
                </a:cubicBezTo>
                <a:cubicBezTo>
                  <a:pt x="181" y="122"/>
                  <a:pt x="181" y="122"/>
                  <a:pt x="181" y="122"/>
                </a:cubicBezTo>
                <a:cubicBezTo>
                  <a:pt x="181" y="137"/>
                  <a:pt x="168" y="150"/>
                  <a:pt x="153" y="150"/>
                </a:cubicBezTo>
                <a:cubicBezTo>
                  <a:pt x="111" y="150"/>
                  <a:pt x="111" y="150"/>
                  <a:pt x="111" y="150"/>
                </a:cubicBezTo>
                <a:cubicBezTo>
                  <a:pt x="42" y="196"/>
                  <a:pt x="42" y="196"/>
                  <a:pt x="42" y="196"/>
                </a:cubicBezTo>
                <a:cubicBezTo>
                  <a:pt x="55" y="150"/>
                  <a:pt x="55" y="150"/>
                  <a:pt x="55" y="150"/>
                </a:cubicBezTo>
                <a:cubicBezTo>
                  <a:pt x="28" y="150"/>
                  <a:pt x="28" y="150"/>
                  <a:pt x="28" y="150"/>
                </a:cubicBezTo>
                <a:cubicBezTo>
                  <a:pt x="12" y="150"/>
                  <a:pt x="0" y="137"/>
                  <a:pt x="0" y="122"/>
                </a:cubicBezTo>
                <a:cubicBezTo>
                  <a:pt x="0" y="29"/>
                  <a:pt x="0" y="29"/>
                  <a:pt x="0" y="29"/>
                </a:cubicBezTo>
                <a:cubicBezTo>
                  <a:pt x="0" y="13"/>
                  <a:pt x="12" y="0"/>
                  <a:pt x="28" y="0"/>
                </a:cubicBezTo>
                <a:close/>
                <a:moveTo>
                  <a:pt x="29" y="31"/>
                </a:moveTo>
                <a:cubicBezTo>
                  <a:pt x="152" y="31"/>
                  <a:pt x="152" y="31"/>
                  <a:pt x="152" y="31"/>
                </a:cubicBezTo>
                <a:cubicBezTo>
                  <a:pt x="152" y="42"/>
                  <a:pt x="152" y="42"/>
                  <a:pt x="152" y="42"/>
                </a:cubicBezTo>
                <a:cubicBezTo>
                  <a:pt x="29" y="42"/>
                  <a:pt x="29" y="42"/>
                  <a:pt x="29" y="42"/>
                </a:cubicBezTo>
                <a:cubicBezTo>
                  <a:pt x="29" y="31"/>
                  <a:pt x="29" y="31"/>
                  <a:pt x="29" y="31"/>
                </a:cubicBezTo>
                <a:close/>
                <a:moveTo>
                  <a:pt x="29" y="55"/>
                </a:moveTo>
                <a:cubicBezTo>
                  <a:pt x="152" y="55"/>
                  <a:pt x="152" y="55"/>
                  <a:pt x="152" y="55"/>
                </a:cubicBezTo>
                <a:cubicBezTo>
                  <a:pt x="152" y="67"/>
                  <a:pt x="152" y="67"/>
                  <a:pt x="152" y="67"/>
                </a:cubicBezTo>
                <a:cubicBezTo>
                  <a:pt x="29" y="67"/>
                  <a:pt x="29" y="67"/>
                  <a:pt x="29" y="67"/>
                </a:cubicBezTo>
                <a:cubicBezTo>
                  <a:pt x="29" y="55"/>
                  <a:pt x="29" y="55"/>
                  <a:pt x="29" y="55"/>
                </a:cubicBezTo>
                <a:close/>
                <a:moveTo>
                  <a:pt x="29" y="79"/>
                </a:moveTo>
                <a:cubicBezTo>
                  <a:pt x="152" y="79"/>
                  <a:pt x="152" y="79"/>
                  <a:pt x="152" y="79"/>
                </a:cubicBezTo>
                <a:cubicBezTo>
                  <a:pt x="152" y="91"/>
                  <a:pt x="152" y="91"/>
                  <a:pt x="152" y="91"/>
                </a:cubicBezTo>
                <a:cubicBezTo>
                  <a:pt x="29" y="91"/>
                  <a:pt x="29" y="91"/>
                  <a:pt x="29" y="91"/>
                </a:cubicBezTo>
                <a:cubicBezTo>
                  <a:pt x="29" y="79"/>
                  <a:pt x="29" y="79"/>
                  <a:pt x="29" y="79"/>
                </a:cubicBezTo>
                <a:close/>
                <a:moveTo>
                  <a:pt x="29" y="104"/>
                </a:moveTo>
                <a:cubicBezTo>
                  <a:pt x="119" y="104"/>
                  <a:pt x="119" y="104"/>
                  <a:pt x="119" y="104"/>
                </a:cubicBezTo>
                <a:cubicBezTo>
                  <a:pt x="119" y="115"/>
                  <a:pt x="119" y="115"/>
                  <a:pt x="119" y="115"/>
                </a:cubicBezTo>
                <a:cubicBezTo>
                  <a:pt x="29" y="115"/>
                  <a:pt x="29" y="115"/>
                  <a:pt x="29" y="115"/>
                </a:cubicBezTo>
                <a:cubicBezTo>
                  <a:pt x="29" y="104"/>
                  <a:pt x="29" y="104"/>
                  <a:pt x="29" y="10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15" name="Freeform 59">
            <a:extLst>
              <a:ext uri="{FF2B5EF4-FFF2-40B4-BE49-F238E27FC236}">
                <a16:creationId xmlns:a16="http://schemas.microsoft.com/office/drawing/2014/main" id="{2DDE709F-C66B-183C-8B19-7CB531DD6266}"/>
              </a:ext>
            </a:extLst>
          </p:cNvPr>
          <p:cNvSpPr>
            <a:spLocks noEditPoints="1"/>
          </p:cNvSpPr>
          <p:nvPr/>
        </p:nvSpPr>
        <p:spPr bwMode="auto">
          <a:xfrm>
            <a:off x="5102129" y="5110260"/>
            <a:ext cx="349250" cy="349250"/>
          </a:xfrm>
          <a:custGeom>
            <a:avLst/>
            <a:gdLst>
              <a:gd name="T0" fmla="*/ 98 w 196"/>
              <a:gd name="T1" fmla="*/ 0 h 196"/>
              <a:gd name="T2" fmla="*/ 196 w 196"/>
              <a:gd name="T3" fmla="*/ 87 h 196"/>
              <a:gd name="T4" fmla="*/ 98 w 196"/>
              <a:gd name="T5" fmla="*/ 174 h 196"/>
              <a:gd name="T6" fmla="*/ 67 w 196"/>
              <a:gd name="T7" fmla="*/ 170 h 196"/>
              <a:gd name="T8" fmla="*/ 24 w 196"/>
              <a:gd name="T9" fmla="*/ 196 h 196"/>
              <a:gd name="T10" fmla="*/ 30 w 196"/>
              <a:gd name="T11" fmla="*/ 150 h 196"/>
              <a:gd name="T12" fmla="*/ 0 w 196"/>
              <a:gd name="T13" fmla="*/ 87 h 196"/>
              <a:gd name="T14" fmla="*/ 98 w 196"/>
              <a:gd name="T15" fmla="*/ 0 h 196"/>
              <a:gd name="T16" fmla="*/ 116 w 196"/>
              <a:gd name="T17" fmla="*/ 129 h 196"/>
              <a:gd name="T18" fmla="*/ 115 w 196"/>
              <a:gd name="T19" fmla="*/ 135 h 196"/>
              <a:gd name="T20" fmla="*/ 104 w 196"/>
              <a:gd name="T21" fmla="*/ 139 h 196"/>
              <a:gd name="T22" fmla="*/ 94 w 196"/>
              <a:gd name="T23" fmla="*/ 141 h 196"/>
              <a:gd name="T24" fmla="*/ 80 w 196"/>
              <a:gd name="T25" fmla="*/ 137 h 196"/>
              <a:gd name="T26" fmla="*/ 76 w 196"/>
              <a:gd name="T27" fmla="*/ 126 h 196"/>
              <a:gd name="T28" fmla="*/ 76 w 196"/>
              <a:gd name="T29" fmla="*/ 121 h 196"/>
              <a:gd name="T30" fmla="*/ 77 w 196"/>
              <a:gd name="T31" fmla="*/ 115 h 196"/>
              <a:gd name="T32" fmla="*/ 82 w 196"/>
              <a:gd name="T33" fmla="*/ 99 h 196"/>
              <a:gd name="T34" fmla="*/ 83 w 196"/>
              <a:gd name="T35" fmla="*/ 94 h 196"/>
              <a:gd name="T36" fmla="*/ 84 w 196"/>
              <a:gd name="T37" fmla="*/ 89 h 196"/>
              <a:gd name="T38" fmla="*/ 82 w 196"/>
              <a:gd name="T39" fmla="*/ 83 h 196"/>
              <a:gd name="T40" fmla="*/ 76 w 196"/>
              <a:gd name="T41" fmla="*/ 81 h 196"/>
              <a:gd name="T42" fmla="*/ 71 w 196"/>
              <a:gd name="T43" fmla="*/ 82 h 196"/>
              <a:gd name="T44" fmla="*/ 67 w 196"/>
              <a:gd name="T45" fmla="*/ 84 h 196"/>
              <a:gd name="T46" fmla="*/ 69 w 196"/>
              <a:gd name="T47" fmla="*/ 77 h 196"/>
              <a:gd name="T48" fmla="*/ 80 w 196"/>
              <a:gd name="T49" fmla="*/ 73 h 196"/>
              <a:gd name="T50" fmla="*/ 90 w 196"/>
              <a:gd name="T51" fmla="*/ 71 h 196"/>
              <a:gd name="T52" fmla="*/ 103 w 196"/>
              <a:gd name="T53" fmla="*/ 75 h 196"/>
              <a:gd name="T54" fmla="*/ 107 w 196"/>
              <a:gd name="T55" fmla="*/ 86 h 196"/>
              <a:gd name="T56" fmla="*/ 107 w 196"/>
              <a:gd name="T57" fmla="*/ 91 h 196"/>
              <a:gd name="T58" fmla="*/ 106 w 196"/>
              <a:gd name="T59" fmla="*/ 97 h 196"/>
              <a:gd name="T60" fmla="*/ 101 w 196"/>
              <a:gd name="T61" fmla="*/ 113 h 196"/>
              <a:gd name="T62" fmla="*/ 100 w 196"/>
              <a:gd name="T63" fmla="*/ 119 h 196"/>
              <a:gd name="T64" fmla="*/ 99 w 196"/>
              <a:gd name="T65" fmla="*/ 123 h 196"/>
              <a:gd name="T66" fmla="*/ 101 w 196"/>
              <a:gd name="T67" fmla="*/ 129 h 196"/>
              <a:gd name="T68" fmla="*/ 108 w 196"/>
              <a:gd name="T69" fmla="*/ 131 h 196"/>
              <a:gd name="T70" fmla="*/ 113 w 196"/>
              <a:gd name="T71" fmla="*/ 130 h 196"/>
              <a:gd name="T72" fmla="*/ 116 w 196"/>
              <a:gd name="T73" fmla="*/ 129 h 196"/>
              <a:gd name="T74" fmla="*/ 117 w 196"/>
              <a:gd name="T75" fmla="*/ 52 h 196"/>
              <a:gd name="T76" fmla="*/ 113 w 196"/>
              <a:gd name="T77" fmla="*/ 61 h 196"/>
              <a:gd name="T78" fmla="*/ 103 w 196"/>
              <a:gd name="T79" fmla="*/ 65 h 196"/>
              <a:gd name="T80" fmla="*/ 93 w 196"/>
              <a:gd name="T81" fmla="*/ 61 h 196"/>
              <a:gd name="T82" fmla="*/ 89 w 196"/>
              <a:gd name="T83" fmla="*/ 52 h 196"/>
              <a:gd name="T84" fmla="*/ 93 w 196"/>
              <a:gd name="T85" fmla="*/ 43 h 196"/>
              <a:gd name="T86" fmla="*/ 103 w 196"/>
              <a:gd name="T87" fmla="*/ 39 h 196"/>
              <a:gd name="T88" fmla="*/ 113 w 196"/>
              <a:gd name="T89" fmla="*/ 43 h 196"/>
              <a:gd name="T90" fmla="*/ 117 w 196"/>
              <a:gd name="T91" fmla="*/ 52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96" h="196">
                <a:moveTo>
                  <a:pt x="98" y="0"/>
                </a:moveTo>
                <a:cubicBezTo>
                  <a:pt x="153" y="0"/>
                  <a:pt x="196" y="39"/>
                  <a:pt x="196" y="87"/>
                </a:cubicBezTo>
                <a:cubicBezTo>
                  <a:pt x="196" y="135"/>
                  <a:pt x="153" y="174"/>
                  <a:pt x="98" y="174"/>
                </a:cubicBezTo>
                <a:cubicBezTo>
                  <a:pt x="88" y="174"/>
                  <a:pt x="77" y="173"/>
                  <a:pt x="67" y="170"/>
                </a:cubicBezTo>
                <a:cubicBezTo>
                  <a:pt x="56" y="180"/>
                  <a:pt x="42" y="189"/>
                  <a:pt x="24" y="196"/>
                </a:cubicBezTo>
                <a:cubicBezTo>
                  <a:pt x="30" y="150"/>
                  <a:pt x="30" y="150"/>
                  <a:pt x="30" y="150"/>
                </a:cubicBezTo>
                <a:cubicBezTo>
                  <a:pt x="12" y="134"/>
                  <a:pt x="0" y="112"/>
                  <a:pt x="0" y="87"/>
                </a:cubicBezTo>
                <a:cubicBezTo>
                  <a:pt x="0" y="39"/>
                  <a:pt x="44" y="0"/>
                  <a:pt x="98" y="0"/>
                </a:cubicBezTo>
                <a:close/>
                <a:moveTo>
                  <a:pt x="116" y="129"/>
                </a:moveTo>
                <a:cubicBezTo>
                  <a:pt x="115" y="135"/>
                  <a:pt x="115" y="135"/>
                  <a:pt x="115" y="135"/>
                </a:cubicBezTo>
                <a:cubicBezTo>
                  <a:pt x="110" y="137"/>
                  <a:pt x="106" y="138"/>
                  <a:pt x="104" y="139"/>
                </a:cubicBezTo>
                <a:cubicBezTo>
                  <a:pt x="101" y="140"/>
                  <a:pt x="98" y="141"/>
                  <a:pt x="94" y="141"/>
                </a:cubicBezTo>
                <a:cubicBezTo>
                  <a:pt x="88" y="141"/>
                  <a:pt x="84" y="139"/>
                  <a:pt x="80" y="137"/>
                </a:cubicBezTo>
                <a:cubicBezTo>
                  <a:pt x="77" y="134"/>
                  <a:pt x="76" y="130"/>
                  <a:pt x="76" y="126"/>
                </a:cubicBezTo>
                <a:cubicBezTo>
                  <a:pt x="76" y="124"/>
                  <a:pt x="76" y="123"/>
                  <a:pt x="76" y="121"/>
                </a:cubicBezTo>
                <a:cubicBezTo>
                  <a:pt x="76" y="119"/>
                  <a:pt x="76" y="117"/>
                  <a:pt x="77" y="115"/>
                </a:cubicBezTo>
                <a:cubicBezTo>
                  <a:pt x="82" y="99"/>
                  <a:pt x="82" y="99"/>
                  <a:pt x="82" y="99"/>
                </a:cubicBezTo>
                <a:cubicBezTo>
                  <a:pt x="82" y="97"/>
                  <a:pt x="83" y="95"/>
                  <a:pt x="83" y="94"/>
                </a:cubicBezTo>
                <a:cubicBezTo>
                  <a:pt x="84" y="92"/>
                  <a:pt x="84" y="90"/>
                  <a:pt x="84" y="89"/>
                </a:cubicBezTo>
                <a:cubicBezTo>
                  <a:pt x="84" y="86"/>
                  <a:pt x="83" y="84"/>
                  <a:pt x="82" y="83"/>
                </a:cubicBezTo>
                <a:cubicBezTo>
                  <a:pt x="81" y="82"/>
                  <a:pt x="79" y="81"/>
                  <a:pt x="76" y="81"/>
                </a:cubicBezTo>
                <a:cubicBezTo>
                  <a:pt x="74" y="81"/>
                  <a:pt x="73" y="82"/>
                  <a:pt x="71" y="82"/>
                </a:cubicBezTo>
                <a:cubicBezTo>
                  <a:pt x="69" y="83"/>
                  <a:pt x="68" y="83"/>
                  <a:pt x="67" y="84"/>
                </a:cubicBezTo>
                <a:cubicBezTo>
                  <a:pt x="69" y="77"/>
                  <a:pt x="69" y="77"/>
                  <a:pt x="69" y="77"/>
                </a:cubicBezTo>
                <a:cubicBezTo>
                  <a:pt x="72" y="75"/>
                  <a:pt x="76" y="74"/>
                  <a:pt x="80" y="73"/>
                </a:cubicBezTo>
                <a:cubicBezTo>
                  <a:pt x="83" y="72"/>
                  <a:pt x="87" y="71"/>
                  <a:pt x="90" y="71"/>
                </a:cubicBezTo>
                <a:cubicBezTo>
                  <a:pt x="95" y="71"/>
                  <a:pt x="100" y="73"/>
                  <a:pt x="103" y="75"/>
                </a:cubicBezTo>
                <a:cubicBezTo>
                  <a:pt x="106" y="78"/>
                  <a:pt x="107" y="82"/>
                  <a:pt x="107" y="86"/>
                </a:cubicBezTo>
                <a:cubicBezTo>
                  <a:pt x="107" y="87"/>
                  <a:pt x="107" y="89"/>
                  <a:pt x="107" y="91"/>
                </a:cubicBezTo>
                <a:cubicBezTo>
                  <a:pt x="107" y="93"/>
                  <a:pt x="107" y="95"/>
                  <a:pt x="106" y="97"/>
                </a:cubicBezTo>
                <a:cubicBezTo>
                  <a:pt x="101" y="113"/>
                  <a:pt x="101" y="113"/>
                  <a:pt x="101" y="113"/>
                </a:cubicBezTo>
                <a:cubicBezTo>
                  <a:pt x="101" y="115"/>
                  <a:pt x="100" y="116"/>
                  <a:pt x="100" y="119"/>
                </a:cubicBezTo>
                <a:cubicBezTo>
                  <a:pt x="100" y="121"/>
                  <a:pt x="99" y="122"/>
                  <a:pt x="99" y="123"/>
                </a:cubicBezTo>
                <a:cubicBezTo>
                  <a:pt x="99" y="126"/>
                  <a:pt x="100" y="128"/>
                  <a:pt x="101" y="129"/>
                </a:cubicBezTo>
                <a:cubicBezTo>
                  <a:pt x="102" y="130"/>
                  <a:pt x="105" y="131"/>
                  <a:pt x="108" y="131"/>
                </a:cubicBezTo>
                <a:cubicBezTo>
                  <a:pt x="109" y="131"/>
                  <a:pt x="111" y="130"/>
                  <a:pt x="113" y="130"/>
                </a:cubicBezTo>
                <a:cubicBezTo>
                  <a:pt x="114" y="129"/>
                  <a:pt x="116" y="129"/>
                  <a:pt x="116" y="129"/>
                </a:cubicBezTo>
                <a:close/>
                <a:moveTo>
                  <a:pt x="117" y="52"/>
                </a:moveTo>
                <a:cubicBezTo>
                  <a:pt x="117" y="55"/>
                  <a:pt x="115" y="59"/>
                  <a:pt x="113" y="61"/>
                </a:cubicBezTo>
                <a:cubicBezTo>
                  <a:pt x="110" y="64"/>
                  <a:pt x="107" y="65"/>
                  <a:pt x="103" y="65"/>
                </a:cubicBezTo>
                <a:cubicBezTo>
                  <a:pt x="99" y="65"/>
                  <a:pt x="96" y="64"/>
                  <a:pt x="93" y="61"/>
                </a:cubicBezTo>
                <a:cubicBezTo>
                  <a:pt x="90" y="59"/>
                  <a:pt x="89" y="55"/>
                  <a:pt x="89" y="52"/>
                </a:cubicBezTo>
                <a:cubicBezTo>
                  <a:pt x="89" y="48"/>
                  <a:pt x="90" y="45"/>
                  <a:pt x="93" y="43"/>
                </a:cubicBezTo>
                <a:cubicBezTo>
                  <a:pt x="96" y="40"/>
                  <a:pt x="99" y="39"/>
                  <a:pt x="103" y="39"/>
                </a:cubicBezTo>
                <a:cubicBezTo>
                  <a:pt x="107" y="39"/>
                  <a:pt x="110" y="40"/>
                  <a:pt x="113" y="43"/>
                </a:cubicBezTo>
                <a:cubicBezTo>
                  <a:pt x="115" y="45"/>
                  <a:pt x="117" y="48"/>
                  <a:pt x="117" y="5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16" name="菱形 15">
            <a:extLst>
              <a:ext uri="{FF2B5EF4-FFF2-40B4-BE49-F238E27FC236}">
                <a16:creationId xmlns:a16="http://schemas.microsoft.com/office/drawing/2014/main" id="{1BA59CB1-CA53-2C6A-67B8-8846ADF3E794}"/>
              </a:ext>
            </a:extLst>
          </p:cNvPr>
          <p:cNvSpPr/>
          <p:nvPr/>
        </p:nvSpPr>
        <p:spPr>
          <a:xfrm>
            <a:off x="5016218" y="2598103"/>
            <a:ext cx="2210328" cy="2210328"/>
          </a:xfrm>
          <a:prstGeom prst="diamond">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文本框 16">
            <a:extLst>
              <a:ext uri="{FF2B5EF4-FFF2-40B4-BE49-F238E27FC236}">
                <a16:creationId xmlns:a16="http://schemas.microsoft.com/office/drawing/2014/main" id="{E77BCE26-0979-2204-0685-ECF6E30C5871}"/>
              </a:ext>
            </a:extLst>
          </p:cNvPr>
          <p:cNvSpPr txBox="1"/>
          <p:nvPr/>
        </p:nvSpPr>
        <p:spPr>
          <a:xfrm>
            <a:off x="7830243" y="4114195"/>
            <a:ext cx="2031325" cy="338554"/>
          </a:xfrm>
          <a:prstGeom prst="rect">
            <a:avLst/>
          </a:prstGeom>
          <a:noFill/>
        </p:spPr>
        <p:txBody>
          <a:bodyPr wrap="none" rtlCol="0">
            <a:spAutoFit/>
          </a:bodyPr>
          <a:lstStyle/>
          <a:p>
            <a:r>
              <a:rPr kumimoji="1" lang="zh-CN" altLang="en-US" sz="1600" dirty="0">
                <a:solidFill>
                  <a:schemeClr val="bg1"/>
                </a:solidFill>
                <a:latin typeface="+mj-ea"/>
                <a:ea typeface="+mj-ea"/>
              </a:rPr>
              <a:t>请输入项目标题文字</a:t>
            </a:r>
          </a:p>
        </p:txBody>
      </p:sp>
      <p:sp>
        <p:nvSpPr>
          <p:cNvPr id="18" name="文本框 17">
            <a:extLst>
              <a:ext uri="{FF2B5EF4-FFF2-40B4-BE49-F238E27FC236}">
                <a16:creationId xmlns:a16="http://schemas.microsoft.com/office/drawing/2014/main" id="{CE5AB64A-6861-E9C7-D144-321D05741F40}"/>
              </a:ext>
            </a:extLst>
          </p:cNvPr>
          <p:cNvSpPr txBox="1"/>
          <p:nvPr/>
        </p:nvSpPr>
        <p:spPr>
          <a:xfrm>
            <a:off x="2381196" y="2948080"/>
            <a:ext cx="2031325" cy="338554"/>
          </a:xfrm>
          <a:prstGeom prst="rect">
            <a:avLst/>
          </a:prstGeom>
          <a:noFill/>
        </p:spPr>
        <p:txBody>
          <a:bodyPr wrap="none" rtlCol="0">
            <a:spAutoFit/>
          </a:bodyPr>
          <a:lstStyle/>
          <a:p>
            <a:r>
              <a:rPr kumimoji="1" lang="zh-CN" altLang="en-US" sz="1600" dirty="0">
                <a:solidFill>
                  <a:schemeClr val="bg1"/>
                </a:solidFill>
                <a:latin typeface="+mj-ea"/>
                <a:ea typeface="+mj-ea"/>
              </a:rPr>
              <a:t>请输入项目标题文字</a:t>
            </a:r>
          </a:p>
        </p:txBody>
      </p:sp>
      <p:sp>
        <p:nvSpPr>
          <p:cNvPr id="19" name="文本框 18">
            <a:extLst>
              <a:ext uri="{FF2B5EF4-FFF2-40B4-BE49-F238E27FC236}">
                <a16:creationId xmlns:a16="http://schemas.microsoft.com/office/drawing/2014/main" id="{27689F88-BE52-06E9-A471-323D9DD5A8B1}"/>
              </a:ext>
            </a:extLst>
          </p:cNvPr>
          <p:cNvSpPr txBox="1"/>
          <p:nvPr/>
        </p:nvSpPr>
        <p:spPr>
          <a:xfrm>
            <a:off x="2381196" y="4114195"/>
            <a:ext cx="2031325" cy="338554"/>
          </a:xfrm>
          <a:prstGeom prst="rect">
            <a:avLst/>
          </a:prstGeom>
          <a:noFill/>
        </p:spPr>
        <p:txBody>
          <a:bodyPr wrap="none" rtlCol="0">
            <a:spAutoFit/>
          </a:bodyPr>
          <a:lstStyle/>
          <a:p>
            <a:r>
              <a:rPr kumimoji="1" lang="zh-CN" altLang="en-US" sz="1600" dirty="0">
                <a:solidFill>
                  <a:schemeClr val="bg1"/>
                </a:solidFill>
                <a:latin typeface="+mj-ea"/>
                <a:ea typeface="+mj-ea"/>
              </a:rPr>
              <a:t>请输入项目标题文字</a:t>
            </a:r>
          </a:p>
        </p:txBody>
      </p:sp>
      <p:sp>
        <p:nvSpPr>
          <p:cNvPr id="20" name="文本框 19">
            <a:extLst>
              <a:ext uri="{FF2B5EF4-FFF2-40B4-BE49-F238E27FC236}">
                <a16:creationId xmlns:a16="http://schemas.microsoft.com/office/drawing/2014/main" id="{DA5C58BA-3D4E-068D-23DF-9267F6BDDABE}"/>
              </a:ext>
            </a:extLst>
          </p:cNvPr>
          <p:cNvSpPr txBox="1"/>
          <p:nvPr/>
        </p:nvSpPr>
        <p:spPr>
          <a:xfrm>
            <a:off x="1626856" y="1609940"/>
            <a:ext cx="1485819"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a:t>
            </a:r>
            <a:r>
              <a:rPr kumimoji="1" lang="en-US" altLang="zh-CN"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-1</a:t>
            </a:r>
            <a:endParaRPr kumimoji="1" lang="zh-CN" altLang="en-US"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endParaRPr>
          </a:p>
        </p:txBody>
      </p:sp>
      <p:sp>
        <p:nvSpPr>
          <p:cNvPr id="21" name="文本框 20">
            <a:extLst>
              <a:ext uri="{FF2B5EF4-FFF2-40B4-BE49-F238E27FC236}">
                <a16:creationId xmlns:a16="http://schemas.microsoft.com/office/drawing/2014/main" id="{F3E31534-A132-FB6B-8E1F-37F48D777A85}"/>
              </a:ext>
            </a:extLst>
          </p:cNvPr>
          <p:cNvSpPr txBox="1"/>
          <p:nvPr/>
        </p:nvSpPr>
        <p:spPr>
          <a:xfrm>
            <a:off x="1615969" y="1894506"/>
            <a:ext cx="2558465" cy="608308"/>
          </a:xfrm>
          <a:prstGeom prst="rect">
            <a:avLst/>
          </a:prstGeom>
          <a:noFill/>
          <a:effectLst/>
        </p:spPr>
        <p:txBody>
          <a:bodyPr wrap="square" rtlCol="0">
            <a:spAutoFit/>
          </a:bodyPr>
          <a:lstStyle/>
          <a:p>
            <a:pPr algn="just">
              <a:lnSpc>
                <a:spcPct val="130000"/>
              </a:lnSpc>
            </a:pPr>
            <a:r>
              <a:rPr lang="zh-CN" altLang="en-US" sz="1400" dirty="0">
                <a:solidFill>
                  <a:schemeClr val="tx1">
                    <a:lumMod val="65000"/>
                    <a:lumOff val="35000"/>
                  </a:schemeClr>
                </a:solidFill>
                <a:latin typeface="+mn-ea"/>
                <a:cs typeface="+mn-ea"/>
                <a:sym typeface="+mn-lt"/>
              </a:rPr>
              <a:t>点击输入简要文字解说，解说文字尽量概括精炼。</a:t>
            </a:r>
            <a:endParaRPr lang="en-US" altLang="zh-CN" sz="1400" dirty="0">
              <a:solidFill>
                <a:schemeClr val="tx1">
                  <a:lumMod val="65000"/>
                  <a:lumOff val="35000"/>
                </a:schemeClr>
              </a:solidFill>
              <a:latin typeface="+mn-ea"/>
              <a:cs typeface="+mn-ea"/>
              <a:sym typeface="+mn-lt"/>
            </a:endParaRPr>
          </a:p>
        </p:txBody>
      </p:sp>
      <p:sp>
        <p:nvSpPr>
          <p:cNvPr id="22" name="文本框 21">
            <a:extLst>
              <a:ext uri="{FF2B5EF4-FFF2-40B4-BE49-F238E27FC236}">
                <a16:creationId xmlns:a16="http://schemas.microsoft.com/office/drawing/2014/main" id="{284ECB19-F992-9AB8-4919-4887A06242BF}"/>
              </a:ext>
            </a:extLst>
          </p:cNvPr>
          <p:cNvSpPr txBox="1"/>
          <p:nvPr/>
        </p:nvSpPr>
        <p:spPr>
          <a:xfrm>
            <a:off x="1626856" y="4878702"/>
            <a:ext cx="1485819"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a:t>
            </a:r>
            <a:r>
              <a:rPr kumimoji="1" lang="en-US" altLang="zh-CN"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-2</a:t>
            </a:r>
            <a:endParaRPr kumimoji="1" lang="zh-CN" altLang="en-US"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endParaRPr>
          </a:p>
        </p:txBody>
      </p:sp>
      <p:sp>
        <p:nvSpPr>
          <p:cNvPr id="23" name="文本框 22">
            <a:extLst>
              <a:ext uri="{FF2B5EF4-FFF2-40B4-BE49-F238E27FC236}">
                <a16:creationId xmlns:a16="http://schemas.microsoft.com/office/drawing/2014/main" id="{B40EACDB-2026-956C-A0A9-CD73A95747F8}"/>
              </a:ext>
            </a:extLst>
          </p:cNvPr>
          <p:cNvSpPr txBox="1"/>
          <p:nvPr/>
        </p:nvSpPr>
        <p:spPr>
          <a:xfrm>
            <a:off x="1615969" y="5163268"/>
            <a:ext cx="2558465" cy="608308"/>
          </a:xfrm>
          <a:prstGeom prst="rect">
            <a:avLst/>
          </a:prstGeom>
          <a:noFill/>
          <a:effectLst/>
        </p:spPr>
        <p:txBody>
          <a:bodyPr wrap="square" rtlCol="0">
            <a:spAutoFit/>
          </a:bodyPr>
          <a:lstStyle/>
          <a:p>
            <a:pPr algn="just">
              <a:lnSpc>
                <a:spcPct val="130000"/>
              </a:lnSpc>
            </a:pPr>
            <a:r>
              <a:rPr lang="zh-CN" altLang="en-US" sz="1400" dirty="0">
                <a:solidFill>
                  <a:schemeClr val="tx1">
                    <a:lumMod val="65000"/>
                    <a:lumOff val="35000"/>
                  </a:schemeClr>
                </a:solidFill>
                <a:latin typeface="+mn-ea"/>
                <a:cs typeface="+mn-ea"/>
                <a:sym typeface="+mn-lt"/>
              </a:rPr>
              <a:t>点击输入简要文字解说，解说文字尽量概括精炼。</a:t>
            </a:r>
            <a:endParaRPr lang="en-US" altLang="zh-CN" sz="1400" dirty="0">
              <a:solidFill>
                <a:schemeClr val="tx1">
                  <a:lumMod val="65000"/>
                  <a:lumOff val="35000"/>
                </a:schemeClr>
              </a:solidFill>
              <a:latin typeface="+mn-ea"/>
              <a:cs typeface="+mn-ea"/>
              <a:sym typeface="+mn-lt"/>
            </a:endParaRPr>
          </a:p>
        </p:txBody>
      </p:sp>
      <p:sp>
        <p:nvSpPr>
          <p:cNvPr id="24" name="文本框 23">
            <a:extLst>
              <a:ext uri="{FF2B5EF4-FFF2-40B4-BE49-F238E27FC236}">
                <a16:creationId xmlns:a16="http://schemas.microsoft.com/office/drawing/2014/main" id="{739A3E88-7185-A787-0EC6-8C96F1EDFA02}"/>
              </a:ext>
            </a:extLst>
          </p:cNvPr>
          <p:cNvSpPr txBox="1"/>
          <p:nvPr/>
        </p:nvSpPr>
        <p:spPr>
          <a:xfrm>
            <a:off x="8036150" y="1621752"/>
            <a:ext cx="1485819"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a:t>
            </a:r>
            <a:r>
              <a:rPr kumimoji="1" lang="en-US" altLang="zh-CN"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-2</a:t>
            </a:r>
            <a:endParaRPr kumimoji="1" lang="zh-CN" altLang="en-US"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endParaRPr>
          </a:p>
        </p:txBody>
      </p:sp>
      <p:sp>
        <p:nvSpPr>
          <p:cNvPr id="25" name="文本框 24">
            <a:extLst>
              <a:ext uri="{FF2B5EF4-FFF2-40B4-BE49-F238E27FC236}">
                <a16:creationId xmlns:a16="http://schemas.microsoft.com/office/drawing/2014/main" id="{6D4E0E8C-B040-7030-419A-41C8BF65E232}"/>
              </a:ext>
            </a:extLst>
          </p:cNvPr>
          <p:cNvSpPr txBox="1"/>
          <p:nvPr/>
        </p:nvSpPr>
        <p:spPr>
          <a:xfrm>
            <a:off x="8025263" y="1906318"/>
            <a:ext cx="2558465" cy="608308"/>
          </a:xfrm>
          <a:prstGeom prst="rect">
            <a:avLst/>
          </a:prstGeom>
          <a:noFill/>
          <a:effectLst/>
        </p:spPr>
        <p:txBody>
          <a:bodyPr wrap="square" rtlCol="0">
            <a:spAutoFit/>
          </a:bodyPr>
          <a:lstStyle/>
          <a:p>
            <a:pPr algn="just">
              <a:lnSpc>
                <a:spcPct val="130000"/>
              </a:lnSpc>
            </a:pPr>
            <a:r>
              <a:rPr lang="zh-CN" altLang="en-US" sz="1400" dirty="0">
                <a:solidFill>
                  <a:schemeClr val="tx1">
                    <a:lumMod val="65000"/>
                    <a:lumOff val="35000"/>
                  </a:schemeClr>
                </a:solidFill>
                <a:latin typeface="+mn-ea"/>
                <a:cs typeface="+mn-ea"/>
                <a:sym typeface="+mn-lt"/>
              </a:rPr>
              <a:t>点击输入简要文字解说，解说文字尽量概括精炼。</a:t>
            </a:r>
            <a:endParaRPr lang="en-US" altLang="zh-CN" sz="1400" dirty="0">
              <a:solidFill>
                <a:schemeClr val="tx1">
                  <a:lumMod val="65000"/>
                  <a:lumOff val="35000"/>
                </a:schemeClr>
              </a:solidFill>
              <a:latin typeface="+mn-ea"/>
              <a:cs typeface="+mn-ea"/>
              <a:sym typeface="+mn-lt"/>
            </a:endParaRPr>
          </a:p>
        </p:txBody>
      </p:sp>
      <p:sp>
        <p:nvSpPr>
          <p:cNvPr id="26" name="文本框 25">
            <a:extLst>
              <a:ext uri="{FF2B5EF4-FFF2-40B4-BE49-F238E27FC236}">
                <a16:creationId xmlns:a16="http://schemas.microsoft.com/office/drawing/2014/main" id="{5B3484AD-7C43-E94B-5884-5D7334673044}"/>
              </a:ext>
            </a:extLst>
          </p:cNvPr>
          <p:cNvSpPr txBox="1"/>
          <p:nvPr/>
        </p:nvSpPr>
        <p:spPr>
          <a:xfrm>
            <a:off x="8036150" y="4890514"/>
            <a:ext cx="1485819"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a:t>
            </a:r>
            <a:r>
              <a:rPr kumimoji="1" lang="en-US" altLang="zh-CN"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-3</a:t>
            </a:r>
            <a:endParaRPr kumimoji="1" lang="zh-CN" altLang="en-US"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endParaRPr>
          </a:p>
        </p:txBody>
      </p:sp>
      <p:sp>
        <p:nvSpPr>
          <p:cNvPr id="27" name="文本框 26">
            <a:extLst>
              <a:ext uri="{FF2B5EF4-FFF2-40B4-BE49-F238E27FC236}">
                <a16:creationId xmlns:a16="http://schemas.microsoft.com/office/drawing/2014/main" id="{026AC52A-E70C-E093-744F-937170E33198}"/>
              </a:ext>
            </a:extLst>
          </p:cNvPr>
          <p:cNvSpPr txBox="1"/>
          <p:nvPr/>
        </p:nvSpPr>
        <p:spPr>
          <a:xfrm>
            <a:off x="8025263" y="5175080"/>
            <a:ext cx="2558465" cy="608308"/>
          </a:xfrm>
          <a:prstGeom prst="rect">
            <a:avLst/>
          </a:prstGeom>
          <a:noFill/>
          <a:effectLst/>
        </p:spPr>
        <p:txBody>
          <a:bodyPr wrap="square" rtlCol="0">
            <a:spAutoFit/>
          </a:bodyPr>
          <a:lstStyle/>
          <a:p>
            <a:pPr algn="just">
              <a:lnSpc>
                <a:spcPct val="130000"/>
              </a:lnSpc>
            </a:pPr>
            <a:r>
              <a:rPr lang="zh-CN" altLang="en-US" sz="1400" dirty="0">
                <a:solidFill>
                  <a:schemeClr val="tx1">
                    <a:lumMod val="65000"/>
                    <a:lumOff val="35000"/>
                  </a:schemeClr>
                </a:solidFill>
                <a:latin typeface="+mn-ea"/>
                <a:cs typeface="+mn-ea"/>
                <a:sym typeface="+mn-lt"/>
              </a:rPr>
              <a:t>点击输入简要文字解说，解说文字尽量概括精炼。</a:t>
            </a:r>
            <a:endParaRPr lang="en-US" altLang="zh-CN" sz="1400" dirty="0">
              <a:solidFill>
                <a:schemeClr val="tx1">
                  <a:lumMod val="65000"/>
                  <a:lumOff val="35000"/>
                </a:schemeClr>
              </a:solidFill>
              <a:latin typeface="+mn-ea"/>
              <a:cs typeface="+mn-ea"/>
              <a:sym typeface="+mn-lt"/>
            </a:endParaRPr>
          </a:p>
        </p:txBody>
      </p:sp>
      <p:sp>
        <p:nvSpPr>
          <p:cNvPr id="28" name="文本框 27">
            <a:extLst>
              <a:ext uri="{FF2B5EF4-FFF2-40B4-BE49-F238E27FC236}">
                <a16:creationId xmlns:a16="http://schemas.microsoft.com/office/drawing/2014/main" id="{A7F924FD-A357-EFC4-0FE6-A74F081F790D}"/>
              </a:ext>
            </a:extLst>
          </p:cNvPr>
          <p:cNvSpPr txBox="1"/>
          <p:nvPr/>
        </p:nvSpPr>
        <p:spPr>
          <a:xfrm>
            <a:off x="5429447" y="3256774"/>
            <a:ext cx="1375698" cy="646331"/>
          </a:xfrm>
          <a:prstGeom prst="rect">
            <a:avLst/>
          </a:prstGeom>
          <a:noFill/>
        </p:spPr>
        <p:txBody>
          <a:bodyPr wrap="none" rtlCol="0">
            <a:spAutoFit/>
          </a:bodyPr>
          <a:lstStyle/>
          <a:p>
            <a:pPr algn="ctr"/>
            <a:r>
              <a:rPr kumimoji="1" lang="en-US" altLang="zh-CN" sz="3600" dirty="0">
                <a:solidFill>
                  <a:schemeClr val="bg1"/>
                </a:solidFill>
                <a:latin typeface="+mj-ea"/>
                <a:ea typeface="+mj-ea"/>
              </a:rPr>
              <a:t>2O2X</a:t>
            </a:r>
            <a:endParaRPr kumimoji="1" lang="zh-CN" altLang="en-US" sz="3600" dirty="0">
              <a:solidFill>
                <a:schemeClr val="bg1"/>
              </a:solidFill>
              <a:latin typeface="+mj-ea"/>
              <a:ea typeface="+mj-ea"/>
            </a:endParaRPr>
          </a:p>
        </p:txBody>
      </p:sp>
      <p:sp>
        <p:nvSpPr>
          <p:cNvPr id="29" name="文本框 28">
            <a:extLst>
              <a:ext uri="{FF2B5EF4-FFF2-40B4-BE49-F238E27FC236}">
                <a16:creationId xmlns:a16="http://schemas.microsoft.com/office/drawing/2014/main" id="{C268B2F1-DF43-4FDE-A075-3C75F2178399}"/>
              </a:ext>
            </a:extLst>
          </p:cNvPr>
          <p:cNvSpPr txBox="1"/>
          <p:nvPr/>
        </p:nvSpPr>
        <p:spPr>
          <a:xfrm>
            <a:off x="5395948" y="3824764"/>
            <a:ext cx="1442696" cy="215444"/>
          </a:xfrm>
          <a:prstGeom prst="rect">
            <a:avLst/>
          </a:prstGeom>
          <a:noFill/>
        </p:spPr>
        <p:txBody>
          <a:bodyPr wrap="square" rtlCol="0">
            <a:spAutoFit/>
          </a:bodyPr>
          <a:lstStyle/>
          <a:p>
            <a:pPr algn="dist"/>
            <a:r>
              <a:rPr kumimoji="1" lang="en-US" altLang="zh-CN" sz="800" dirty="0">
                <a:solidFill>
                  <a:schemeClr val="bg1"/>
                </a:solidFill>
                <a:latin typeface="+mn-ea"/>
              </a:rPr>
              <a:t>ENTER</a:t>
            </a:r>
            <a:r>
              <a:rPr kumimoji="1" lang="zh-CN" altLang="en-US" sz="800" dirty="0">
                <a:solidFill>
                  <a:schemeClr val="bg1"/>
                </a:solidFill>
                <a:latin typeface="+mn-ea"/>
              </a:rPr>
              <a:t> </a:t>
            </a:r>
            <a:r>
              <a:rPr kumimoji="1" lang="en-US" altLang="zh-CN" sz="800" dirty="0">
                <a:solidFill>
                  <a:schemeClr val="bg1"/>
                </a:solidFill>
                <a:latin typeface="+mn-ea"/>
              </a:rPr>
              <a:t>TITLE</a:t>
            </a:r>
            <a:r>
              <a:rPr kumimoji="1" lang="zh-CN" altLang="en-US" sz="800" dirty="0">
                <a:solidFill>
                  <a:schemeClr val="bg1"/>
                </a:solidFill>
                <a:latin typeface="+mn-ea"/>
              </a:rPr>
              <a:t> </a:t>
            </a:r>
            <a:r>
              <a:rPr kumimoji="1" lang="en-US" altLang="zh-CN" sz="800" dirty="0">
                <a:solidFill>
                  <a:schemeClr val="bg1"/>
                </a:solidFill>
                <a:latin typeface="+mn-ea"/>
              </a:rPr>
              <a:t>HERE</a:t>
            </a:r>
            <a:endParaRPr kumimoji="1" lang="zh-CN" altLang="en-US" sz="800" dirty="0">
              <a:solidFill>
                <a:schemeClr val="bg1"/>
              </a:solidFill>
              <a:latin typeface="+mn-ea"/>
            </a:endParaRPr>
          </a:p>
        </p:txBody>
      </p:sp>
    </p:spTree>
    <p:extLst>
      <p:ext uri="{BB962C8B-B14F-4D97-AF65-F5344CB8AC3E}">
        <p14:creationId xmlns:p14="http://schemas.microsoft.com/office/powerpoint/2010/main" val="1499930803"/>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BC9F2AA-8FAA-8D72-9D1E-97C4B99307B1}"/>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126C0C9D-E920-67FC-139A-B91BBADA40AF}"/>
              </a:ext>
            </a:extLst>
          </p:cNvPr>
          <p:cNvSpPr txBox="1"/>
          <p:nvPr/>
        </p:nvSpPr>
        <p:spPr>
          <a:xfrm>
            <a:off x="2660156" y="2588655"/>
            <a:ext cx="6871687" cy="1446550"/>
          </a:xfrm>
          <a:prstGeom prst="rect">
            <a:avLst/>
          </a:prstGeom>
          <a:noFill/>
        </p:spPr>
        <p:txBody>
          <a:bodyPr wrap="square" rtlCol="0">
            <a:spAutoFit/>
          </a:bodyPr>
          <a:lstStyle/>
          <a:p>
            <a:pPr algn="dist"/>
            <a:r>
              <a:rPr kumimoji="1" lang="zh-CN" altLang="en-US" sz="8800" dirty="0">
                <a:gradFill>
                  <a:gsLst>
                    <a:gs pos="0">
                      <a:srgbClr val="2D5293"/>
                    </a:gs>
                    <a:gs pos="100000">
                      <a:srgbClr val="1F3764">
                        <a:alpha val="82000"/>
                      </a:srgbClr>
                    </a:gs>
                  </a:gsLst>
                  <a:lin ang="2700000" scaled="1"/>
                </a:gra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下步规划</a:t>
            </a:r>
          </a:p>
        </p:txBody>
      </p:sp>
      <p:sp>
        <p:nvSpPr>
          <p:cNvPr id="3" name="文本框 2">
            <a:extLst>
              <a:ext uri="{FF2B5EF4-FFF2-40B4-BE49-F238E27FC236}">
                <a16:creationId xmlns:a16="http://schemas.microsoft.com/office/drawing/2014/main" id="{00200475-F109-181B-B9DE-0C3405C85A4D}"/>
              </a:ext>
            </a:extLst>
          </p:cNvPr>
          <p:cNvSpPr txBox="1"/>
          <p:nvPr/>
        </p:nvSpPr>
        <p:spPr>
          <a:xfrm>
            <a:off x="4710043" y="1819214"/>
            <a:ext cx="2771913" cy="769441"/>
          </a:xfrm>
          <a:prstGeom prst="rect">
            <a:avLst/>
          </a:prstGeom>
          <a:noFill/>
        </p:spPr>
        <p:txBody>
          <a:bodyPr wrap="none" rtlCol="0">
            <a:spAutoFit/>
          </a:bodyPr>
          <a:lstStyle/>
          <a:p>
            <a:r>
              <a:rPr kumimoji="1" lang="en-US" altLang="zh-CN" sz="4400" dirty="0">
                <a:gradFill>
                  <a:gsLst>
                    <a:gs pos="0">
                      <a:srgbClr val="2D5293"/>
                    </a:gs>
                    <a:gs pos="100000">
                      <a:srgbClr val="1F3764">
                        <a:alpha val="82000"/>
                      </a:srgbClr>
                    </a:gs>
                  </a:gsLst>
                  <a:lin ang="2700000" scaled="1"/>
                </a:gra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PART</a:t>
            </a:r>
            <a:r>
              <a:rPr kumimoji="1" lang="zh-CN" altLang="en-US" sz="4400" dirty="0">
                <a:gradFill>
                  <a:gsLst>
                    <a:gs pos="0">
                      <a:srgbClr val="2D5293"/>
                    </a:gs>
                    <a:gs pos="100000">
                      <a:srgbClr val="1F3764">
                        <a:alpha val="82000"/>
                      </a:srgbClr>
                    </a:gs>
                  </a:gsLst>
                  <a:lin ang="2700000" scaled="1"/>
                </a:gra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 </a:t>
            </a:r>
            <a:r>
              <a:rPr kumimoji="1" lang="en-US" altLang="zh-CN" sz="4400" dirty="0">
                <a:gradFill>
                  <a:gsLst>
                    <a:gs pos="0">
                      <a:srgbClr val="2D5293"/>
                    </a:gs>
                    <a:gs pos="100000">
                      <a:srgbClr val="1F3764">
                        <a:alpha val="82000"/>
                      </a:srgbClr>
                    </a:gs>
                  </a:gsLst>
                  <a:lin ang="2700000" scaled="1"/>
                </a:gra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O4</a:t>
            </a:r>
            <a:endParaRPr kumimoji="1" lang="zh-CN" altLang="en-US" sz="4400" dirty="0">
              <a:gradFill>
                <a:gsLst>
                  <a:gs pos="0">
                    <a:srgbClr val="2D5293"/>
                  </a:gs>
                  <a:gs pos="100000">
                    <a:srgbClr val="1F3764">
                      <a:alpha val="82000"/>
                    </a:srgbClr>
                  </a:gs>
                </a:gsLst>
                <a:lin ang="2700000" scaled="1"/>
              </a:gra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endParaRPr>
          </a:p>
        </p:txBody>
      </p:sp>
      <p:sp>
        <p:nvSpPr>
          <p:cNvPr id="4" name="文本框 3">
            <a:extLst>
              <a:ext uri="{FF2B5EF4-FFF2-40B4-BE49-F238E27FC236}">
                <a16:creationId xmlns:a16="http://schemas.microsoft.com/office/drawing/2014/main" id="{33433A9E-D3CF-6A8B-83C4-03C22408AAE8}"/>
              </a:ext>
            </a:extLst>
          </p:cNvPr>
          <p:cNvSpPr txBox="1"/>
          <p:nvPr/>
        </p:nvSpPr>
        <p:spPr>
          <a:xfrm>
            <a:off x="2845519" y="4035205"/>
            <a:ext cx="6500961" cy="778226"/>
          </a:xfrm>
          <a:prstGeom prst="rect">
            <a:avLst/>
          </a:prstGeom>
          <a:noFill/>
        </p:spPr>
        <p:txBody>
          <a:bodyPr wrap="square" rtlCol="0">
            <a:spAutoFit/>
          </a:bodyPr>
          <a:lstStyle/>
          <a:p>
            <a:pPr algn="ctr">
              <a:lnSpc>
                <a:spcPct val="150000"/>
              </a:lnSpc>
            </a:pPr>
            <a:r>
              <a:rPr lang="en" altLang="zh-CN" sz="1050" dirty="0">
                <a:solidFill>
                  <a:schemeClr val="tx1">
                    <a:lumMod val="65000"/>
                    <a:lumOff val="35000"/>
                  </a:schemeClr>
                </a:solidFill>
                <a:latin typeface="+mn-ea"/>
              </a:rPr>
              <a:t>YOUR CONTENT IS ENTERED HERE, OR BY COPYING YOUR TEXT, SELECT PASTE IN THIS BOX AND CHOOSE TO RETAIN ONLY TEXT. YOUR CONTENT IS TYPED HERE, OR BY COPYING YOUR TEXT, SELECT PASTE IN THIS BOX.</a:t>
            </a:r>
          </a:p>
        </p:txBody>
      </p:sp>
    </p:spTree>
    <p:extLst>
      <p:ext uri="{BB962C8B-B14F-4D97-AF65-F5344CB8AC3E}">
        <p14:creationId xmlns:p14="http://schemas.microsoft.com/office/powerpoint/2010/main" val="58634595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E5BD-BDDB-3CBF-8738-6D2E502A82B0}"/>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BFB4FEA1-B934-0987-2ACA-509073558C8E}"/>
              </a:ext>
            </a:extLst>
          </p:cNvPr>
          <p:cNvSpPr txBox="1"/>
          <p:nvPr/>
        </p:nvSpPr>
        <p:spPr>
          <a:xfrm>
            <a:off x="181204" y="259385"/>
            <a:ext cx="2550426" cy="646331"/>
          </a:xfrm>
          <a:prstGeom prst="rect">
            <a:avLst/>
          </a:prstGeom>
          <a:noFill/>
        </p:spPr>
        <p:txBody>
          <a:bodyPr wrap="square" rtlCol="0">
            <a:spAutoFit/>
          </a:bodyPr>
          <a:lstStyle/>
          <a:p>
            <a:pPr algn="dist"/>
            <a:r>
              <a:rPr kumimoji="1" lang="zh-CN" altLang="en-US" sz="3600" dirty="0">
                <a:solidFill>
                  <a:schemeClr val="bg1"/>
                </a:soli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下步规划</a:t>
            </a:r>
          </a:p>
        </p:txBody>
      </p:sp>
      <p:sp>
        <p:nvSpPr>
          <p:cNvPr id="3" name="六边形 2">
            <a:extLst>
              <a:ext uri="{FF2B5EF4-FFF2-40B4-BE49-F238E27FC236}">
                <a16:creationId xmlns:a16="http://schemas.microsoft.com/office/drawing/2014/main" id="{8B51E352-0736-3FA0-5953-9A2C66693C43}"/>
              </a:ext>
            </a:extLst>
          </p:cNvPr>
          <p:cNvSpPr/>
          <p:nvPr/>
        </p:nvSpPr>
        <p:spPr>
          <a:xfrm>
            <a:off x="970721" y="2826046"/>
            <a:ext cx="2266122" cy="1953554"/>
          </a:xfrm>
          <a:prstGeom prst="hexagon">
            <a:avLst>
              <a:gd name="adj" fmla="val 29070"/>
              <a:gd name="vf" fmla="val 115470"/>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4" name="直线连接符 3">
            <a:extLst>
              <a:ext uri="{FF2B5EF4-FFF2-40B4-BE49-F238E27FC236}">
                <a16:creationId xmlns:a16="http://schemas.microsoft.com/office/drawing/2014/main" id="{C83999F6-DEDF-7C7F-AE0B-6980DAE2F507}"/>
              </a:ext>
            </a:extLst>
          </p:cNvPr>
          <p:cNvCxnSpPr>
            <a:cxnSpLocks/>
          </p:cNvCxnSpPr>
          <p:nvPr/>
        </p:nvCxnSpPr>
        <p:spPr>
          <a:xfrm>
            <a:off x="3356389" y="2531701"/>
            <a:ext cx="555211" cy="91952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直线连接符 4">
            <a:extLst>
              <a:ext uri="{FF2B5EF4-FFF2-40B4-BE49-F238E27FC236}">
                <a16:creationId xmlns:a16="http://schemas.microsoft.com/office/drawing/2014/main" id="{81AEF3FC-2B56-1AA0-15D3-3E357902FA3E}"/>
              </a:ext>
            </a:extLst>
          </p:cNvPr>
          <p:cNvCxnSpPr>
            <a:cxnSpLocks/>
          </p:cNvCxnSpPr>
          <p:nvPr/>
        </p:nvCxnSpPr>
        <p:spPr>
          <a:xfrm flipV="1">
            <a:off x="3356389" y="4161202"/>
            <a:ext cx="555211" cy="91952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椭圆 5">
            <a:extLst>
              <a:ext uri="{FF2B5EF4-FFF2-40B4-BE49-F238E27FC236}">
                <a16:creationId xmlns:a16="http://schemas.microsoft.com/office/drawing/2014/main" id="{9FA75CF1-8556-BD6B-B2D7-5B157BF4A9D8}"/>
              </a:ext>
            </a:extLst>
          </p:cNvPr>
          <p:cNvSpPr/>
          <p:nvPr/>
        </p:nvSpPr>
        <p:spPr>
          <a:xfrm>
            <a:off x="2753138" y="1834874"/>
            <a:ext cx="768626" cy="768626"/>
          </a:xfrm>
          <a:prstGeom prst="ellipse">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2000" dirty="0">
                <a:latin typeface="+mj-ea"/>
                <a:ea typeface="+mj-ea"/>
              </a:rPr>
              <a:t>A</a:t>
            </a:r>
            <a:endParaRPr kumimoji="1" lang="zh-CN" altLang="en-US" sz="2000" dirty="0">
              <a:latin typeface="+mj-ea"/>
              <a:ea typeface="+mj-ea"/>
            </a:endParaRPr>
          </a:p>
        </p:txBody>
      </p:sp>
      <p:sp>
        <p:nvSpPr>
          <p:cNvPr id="7" name="椭圆 6">
            <a:extLst>
              <a:ext uri="{FF2B5EF4-FFF2-40B4-BE49-F238E27FC236}">
                <a16:creationId xmlns:a16="http://schemas.microsoft.com/office/drawing/2014/main" id="{CB6ECE10-B144-A7B0-EE18-14B0D031F180}"/>
              </a:ext>
            </a:extLst>
          </p:cNvPr>
          <p:cNvSpPr/>
          <p:nvPr/>
        </p:nvSpPr>
        <p:spPr>
          <a:xfrm>
            <a:off x="3674441" y="3418510"/>
            <a:ext cx="768626" cy="768626"/>
          </a:xfrm>
          <a:prstGeom prst="ellipse">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2000" dirty="0">
                <a:latin typeface="+mj-ea"/>
                <a:ea typeface="+mj-ea"/>
              </a:rPr>
              <a:t>B</a:t>
            </a:r>
            <a:endParaRPr kumimoji="1" lang="zh-CN" altLang="en-US" sz="2000" dirty="0">
              <a:latin typeface="+mj-ea"/>
              <a:ea typeface="+mj-ea"/>
            </a:endParaRPr>
          </a:p>
        </p:txBody>
      </p:sp>
      <p:sp>
        <p:nvSpPr>
          <p:cNvPr id="8" name="椭圆 7">
            <a:extLst>
              <a:ext uri="{FF2B5EF4-FFF2-40B4-BE49-F238E27FC236}">
                <a16:creationId xmlns:a16="http://schemas.microsoft.com/office/drawing/2014/main" id="{6A9D0C05-2EA6-D994-0D3C-528C985A492C}"/>
              </a:ext>
            </a:extLst>
          </p:cNvPr>
          <p:cNvSpPr/>
          <p:nvPr/>
        </p:nvSpPr>
        <p:spPr>
          <a:xfrm>
            <a:off x="2753138" y="4929828"/>
            <a:ext cx="768626" cy="768626"/>
          </a:xfrm>
          <a:prstGeom prst="ellipse">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2000" dirty="0">
                <a:latin typeface="+mj-ea"/>
                <a:ea typeface="+mj-ea"/>
              </a:rPr>
              <a:t>C</a:t>
            </a:r>
            <a:endParaRPr kumimoji="1" lang="zh-CN" altLang="en-US" sz="2000" dirty="0">
              <a:latin typeface="+mj-ea"/>
              <a:ea typeface="+mj-ea"/>
            </a:endParaRPr>
          </a:p>
        </p:txBody>
      </p:sp>
      <p:sp>
        <p:nvSpPr>
          <p:cNvPr id="9" name="文本框 8">
            <a:extLst>
              <a:ext uri="{FF2B5EF4-FFF2-40B4-BE49-F238E27FC236}">
                <a16:creationId xmlns:a16="http://schemas.microsoft.com/office/drawing/2014/main" id="{2A0B8E70-F2F3-BF2E-4F1C-EF012F414F90}"/>
              </a:ext>
            </a:extLst>
          </p:cNvPr>
          <p:cNvSpPr txBox="1"/>
          <p:nvPr/>
        </p:nvSpPr>
        <p:spPr>
          <a:xfrm>
            <a:off x="1454368" y="3253859"/>
            <a:ext cx="1340432" cy="369332"/>
          </a:xfrm>
          <a:prstGeom prst="rect">
            <a:avLst/>
          </a:prstGeom>
          <a:noFill/>
        </p:spPr>
        <p:txBody>
          <a:bodyPr wrap="none" rtlCol="0">
            <a:spAutoFit/>
          </a:bodyPr>
          <a:lstStyle/>
          <a:p>
            <a:r>
              <a:rPr kumimoji="1" lang="en-US" altLang="zh-CN" dirty="0">
                <a:solidFill>
                  <a:schemeClr val="bg1"/>
                </a:solidFill>
                <a:latin typeface="+mj-ea"/>
                <a:ea typeface="+mj-ea"/>
              </a:rPr>
              <a:t>BUSINESS</a:t>
            </a:r>
            <a:endParaRPr kumimoji="1" lang="zh-CN" altLang="en-US" dirty="0">
              <a:solidFill>
                <a:schemeClr val="bg1"/>
              </a:solidFill>
              <a:latin typeface="+mj-ea"/>
              <a:ea typeface="+mj-ea"/>
            </a:endParaRPr>
          </a:p>
        </p:txBody>
      </p:sp>
      <p:sp>
        <p:nvSpPr>
          <p:cNvPr id="10" name="文本框 9">
            <a:extLst>
              <a:ext uri="{FF2B5EF4-FFF2-40B4-BE49-F238E27FC236}">
                <a16:creationId xmlns:a16="http://schemas.microsoft.com/office/drawing/2014/main" id="{FFABF394-919E-4D8B-3253-2B942E638AC0}"/>
              </a:ext>
            </a:extLst>
          </p:cNvPr>
          <p:cNvSpPr txBox="1"/>
          <p:nvPr/>
        </p:nvSpPr>
        <p:spPr>
          <a:xfrm>
            <a:off x="1219806" y="3661291"/>
            <a:ext cx="1809557" cy="810928"/>
          </a:xfrm>
          <a:prstGeom prst="rect">
            <a:avLst/>
          </a:prstGeom>
          <a:noFill/>
          <a:effectLst/>
        </p:spPr>
        <p:txBody>
          <a:bodyPr wrap="square" rtlCol="0">
            <a:spAutoFit/>
          </a:bodyPr>
          <a:lstStyle/>
          <a:p>
            <a:pPr algn="ctr">
              <a:lnSpc>
                <a:spcPct val="150000"/>
              </a:lnSpc>
            </a:pPr>
            <a:r>
              <a:rPr lang="zh-CN" altLang="en-US" sz="1100" dirty="0">
                <a:solidFill>
                  <a:schemeClr val="bg1"/>
                </a:solidFill>
                <a:latin typeface="+mn-ea"/>
                <a:cs typeface="+mn-ea"/>
                <a:sym typeface="+mn-lt"/>
              </a:rPr>
              <a:t>点击输入简要文字解说，解说文字尽量概括精炼，文字修饰简洁精准</a:t>
            </a:r>
            <a:endParaRPr lang="en-US" altLang="zh-CN" sz="1100" dirty="0">
              <a:solidFill>
                <a:schemeClr val="bg1"/>
              </a:solidFill>
              <a:latin typeface="+mn-ea"/>
              <a:cs typeface="+mn-ea"/>
              <a:sym typeface="+mn-lt"/>
            </a:endParaRPr>
          </a:p>
        </p:txBody>
      </p:sp>
      <p:sp>
        <p:nvSpPr>
          <p:cNvPr id="11" name="六边形 10">
            <a:extLst>
              <a:ext uri="{FF2B5EF4-FFF2-40B4-BE49-F238E27FC236}">
                <a16:creationId xmlns:a16="http://schemas.microsoft.com/office/drawing/2014/main" id="{81727EBB-A48B-8517-3B87-8BE5E5381751}"/>
              </a:ext>
            </a:extLst>
          </p:cNvPr>
          <p:cNvSpPr/>
          <p:nvPr/>
        </p:nvSpPr>
        <p:spPr>
          <a:xfrm flipH="1">
            <a:off x="9018659" y="2826046"/>
            <a:ext cx="2266122" cy="1953554"/>
          </a:xfrm>
          <a:prstGeom prst="hexagon">
            <a:avLst>
              <a:gd name="adj" fmla="val 29070"/>
              <a:gd name="vf" fmla="val 115470"/>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2" name="直线连接符 11">
            <a:extLst>
              <a:ext uri="{FF2B5EF4-FFF2-40B4-BE49-F238E27FC236}">
                <a16:creationId xmlns:a16="http://schemas.microsoft.com/office/drawing/2014/main" id="{470CF9B1-F7ED-31DD-04FD-EDBF972BE757}"/>
              </a:ext>
            </a:extLst>
          </p:cNvPr>
          <p:cNvCxnSpPr>
            <a:cxnSpLocks/>
          </p:cNvCxnSpPr>
          <p:nvPr/>
        </p:nvCxnSpPr>
        <p:spPr>
          <a:xfrm flipH="1">
            <a:off x="8343902" y="2531701"/>
            <a:ext cx="555211" cy="91952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A0FC65D4-DF67-A9F4-A406-7FA16B88CDC0}"/>
              </a:ext>
            </a:extLst>
          </p:cNvPr>
          <p:cNvCxnSpPr>
            <a:cxnSpLocks/>
          </p:cNvCxnSpPr>
          <p:nvPr/>
        </p:nvCxnSpPr>
        <p:spPr>
          <a:xfrm flipH="1" flipV="1">
            <a:off x="8343902" y="4161202"/>
            <a:ext cx="555211" cy="91952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 name="椭圆 13">
            <a:extLst>
              <a:ext uri="{FF2B5EF4-FFF2-40B4-BE49-F238E27FC236}">
                <a16:creationId xmlns:a16="http://schemas.microsoft.com/office/drawing/2014/main" id="{08774570-E4A9-66F2-B47C-29CAFDA40434}"/>
              </a:ext>
            </a:extLst>
          </p:cNvPr>
          <p:cNvSpPr/>
          <p:nvPr/>
        </p:nvSpPr>
        <p:spPr>
          <a:xfrm flipH="1">
            <a:off x="8733738" y="1834874"/>
            <a:ext cx="768626" cy="768626"/>
          </a:xfrm>
          <a:prstGeom prst="ellipse">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2000" dirty="0">
                <a:latin typeface="+mj-ea"/>
                <a:ea typeface="+mj-ea"/>
              </a:rPr>
              <a:t>D</a:t>
            </a:r>
            <a:endParaRPr kumimoji="1" lang="zh-CN" altLang="en-US" sz="2000" dirty="0">
              <a:latin typeface="+mj-ea"/>
              <a:ea typeface="+mj-ea"/>
            </a:endParaRPr>
          </a:p>
        </p:txBody>
      </p:sp>
      <p:sp>
        <p:nvSpPr>
          <p:cNvPr id="15" name="椭圆 14">
            <a:extLst>
              <a:ext uri="{FF2B5EF4-FFF2-40B4-BE49-F238E27FC236}">
                <a16:creationId xmlns:a16="http://schemas.microsoft.com/office/drawing/2014/main" id="{EA3EB306-CAF8-9537-C52B-8091CF47BF21}"/>
              </a:ext>
            </a:extLst>
          </p:cNvPr>
          <p:cNvSpPr/>
          <p:nvPr/>
        </p:nvSpPr>
        <p:spPr>
          <a:xfrm flipH="1">
            <a:off x="7812435" y="3418510"/>
            <a:ext cx="768626" cy="768626"/>
          </a:xfrm>
          <a:prstGeom prst="ellipse">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2000" dirty="0">
                <a:latin typeface="+mj-ea"/>
                <a:ea typeface="+mj-ea"/>
              </a:rPr>
              <a:t>E</a:t>
            </a:r>
            <a:endParaRPr kumimoji="1" lang="zh-CN" altLang="en-US" sz="2000" dirty="0">
              <a:latin typeface="+mj-ea"/>
              <a:ea typeface="+mj-ea"/>
            </a:endParaRPr>
          </a:p>
        </p:txBody>
      </p:sp>
      <p:sp>
        <p:nvSpPr>
          <p:cNvPr id="16" name="椭圆 15">
            <a:extLst>
              <a:ext uri="{FF2B5EF4-FFF2-40B4-BE49-F238E27FC236}">
                <a16:creationId xmlns:a16="http://schemas.microsoft.com/office/drawing/2014/main" id="{11683411-B69E-C068-C44E-F16462E2DE32}"/>
              </a:ext>
            </a:extLst>
          </p:cNvPr>
          <p:cNvSpPr/>
          <p:nvPr/>
        </p:nvSpPr>
        <p:spPr>
          <a:xfrm flipH="1">
            <a:off x="8733738" y="4929828"/>
            <a:ext cx="768626" cy="768626"/>
          </a:xfrm>
          <a:prstGeom prst="ellipse">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2000" dirty="0">
                <a:latin typeface="+mj-ea"/>
                <a:ea typeface="+mj-ea"/>
              </a:rPr>
              <a:t>F</a:t>
            </a:r>
            <a:endParaRPr kumimoji="1" lang="zh-CN" altLang="en-US" sz="2000" dirty="0">
              <a:latin typeface="+mj-ea"/>
              <a:ea typeface="+mj-ea"/>
            </a:endParaRPr>
          </a:p>
        </p:txBody>
      </p:sp>
      <p:sp>
        <p:nvSpPr>
          <p:cNvPr id="17" name="文本框 16">
            <a:extLst>
              <a:ext uri="{FF2B5EF4-FFF2-40B4-BE49-F238E27FC236}">
                <a16:creationId xmlns:a16="http://schemas.microsoft.com/office/drawing/2014/main" id="{7B4A6F60-416B-9C14-7871-6510ED5AEB43}"/>
              </a:ext>
            </a:extLst>
          </p:cNvPr>
          <p:cNvSpPr txBox="1"/>
          <p:nvPr/>
        </p:nvSpPr>
        <p:spPr>
          <a:xfrm flipH="1">
            <a:off x="9460702" y="3253859"/>
            <a:ext cx="1340432" cy="369332"/>
          </a:xfrm>
          <a:prstGeom prst="rect">
            <a:avLst/>
          </a:prstGeom>
          <a:noFill/>
        </p:spPr>
        <p:txBody>
          <a:bodyPr wrap="none" rtlCol="0">
            <a:spAutoFit/>
          </a:bodyPr>
          <a:lstStyle/>
          <a:p>
            <a:r>
              <a:rPr kumimoji="1" lang="en-US" altLang="zh-CN" dirty="0">
                <a:solidFill>
                  <a:schemeClr val="bg1"/>
                </a:solidFill>
                <a:latin typeface="+mj-ea"/>
                <a:ea typeface="+mj-ea"/>
              </a:rPr>
              <a:t>BUSINESS</a:t>
            </a:r>
            <a:endParaRPr kumimoji="1" lang="zh-CN" altLang="en-US" dirty="0">
              <a:solidFill>
                <a:schemeClr val="bg1"/>
              </a:solidFill>
              <a:latin typeface="+mj-ea"/>
              <a:ea typeface="+mj-ea"/>
            </a:endParaRPr>
          </a:p>
        </p:txBody>
      </p:sp>
      <p:sp>
        <p:nvSpPr>
          <p:cNvPr id="18" name="文本框 17">
            <a:extLst>
              <a:ext uri="{FF2B5EF4-FFF2-40B4-BE49-F238E27FC236}">
                <a16:creationId xmlns:a16="http://schemas.microsoft.com/office/drawing/2014/main" id="{60E2EB16-D355-1BFA-DE34-75479D8EBF0A}"/>
              </a:ext>
            </a:extLst>
          </p:cNvPr>
          <p:cNvSpPr txBox="1"/>
          <p:nvPr/>
        </p:nvSpPr>
        <p:spPr>
          <a:xfrm flipH="1">
            <a:off x="9226139" y="3661291"/>
            <a:ext cx="1809557" cy="810928"/>
          </a:xfrm>
          <a:prstGeom prst="rect">
            <a:avLst/>
          </a:prstGeom>
          <a:noFill/>
          <a:effectLst/>
        </p:spPr>
        <p:txBody>
          <a:bodyPr wrap="square" rtlCol="0">
            <a:spAutoFit/>
          </a:bodyPr>
          <a:lstStyle/>
          <a:p>
            <a:pPr algn="ctr">
              <a:lnSpc>
                <a:spcPct val="150000"/>
              </a:lnSpc>
            </a:pPr>
            <a:r>
              <a:rPr lang="zh-CN" altLang="en-US" sz="1100" dirty="0">
                <a:solidFill>
                  <a:schemeClr val="bg1"/>
                </a:solidFill>
                <a:latin typeface="+mn-ea"/>
                <a:cs typeface="+mn-ea"/>
                <a:sym typeface="+mn-lt"/>
              </a:rPr>
              <a:t>点击输入简要文字解说，解说文字尽量概括精炼，文字修饰简洁精准</a:t>
            </a:r>
            <a:endParaRPr lang="en-US" altLang="zh-CN" sz="1100" dirty="0">
              <a:solidFill>
                <a:schemeClr val="bg1"/>
              </a:solidFill>
              <a:latin typeface="+mn-ea"/>
              <a:cs typeface="+mn-ea"/>
              <a:sym typeface="+mn-lt"/>
            </a:endParaRPr>
          </a:p>
        </p:txBody>
      </p:sp>
      <p:sp>
        <p:nvSpPr>
          <p:cNvPr id="19" name="文本框 18">
            <a:extLst>
              <a:ext uri="{FF2B5EF4-FFF2-40B4-BE49-F238E27FC236}">
                <a16:creationId xmlns:a16="http://schemas.microsoft.com/office/drawing/2014/main" id="{4DF5C94E-C30A-BFB6-A155-02EAEB5F27E3}"/>
              </a:ext>
            </a:extLst>
          </p:cNvPr>
          <p:cNvSpPr txBox="1"/>
          <p:nvPr/>
        </p:nvSpPr>
        <p:spPr>
          <a:xfrm>
            <a:off x="5313640" y="1987522"/>
            <a:ext cx="1605441" cy="307777"/>
          </a:xfrm>
          <a:prstGeom prst="rect">
            <a:avLst/>
          </a:prstGeom>
          <a:noFill/>
        </p:spPr>
        <p:txBody>
          <a:bodyPr wrap="square" rtlCol="0">
            <a:spAutoFit/>
          </a:bodyPr>
          <a:lstStyle/>
          <a:p>
            <a:pPr algn="ctr"/>
            <a:r>
              <a:rPr kumimoji="1" lang="zh-CN" altLang="en-US" sz="1400" dirty="0">
                <a:solidFill>
                  <a:schemeClr val="tx1">
                    <a:lumMod val="75000"/>
                    <a:lumOff val="25000"/>
                  </a:schemeClr>
                </a:solidFill>
                <a:latin typeface="+mj-ea"/>
                <a:ea typeface="+mj-ea"/>
                <a:cs typeface="+mn-ea"/>
                <a:sym typeface="+mn-lt"/>
              </a:rPr>
              <a:t>输入标题文字内容</a:t>
            </a:r>
          </a:p>
        </p:txBody>
      </p:sp>
      <p:sp>
        <p:nvSpPr>
          <p:cNvPr id="20" name="文本框 19">
            <a:extLst>
              <a:ext uri="{FF2B5EF4-FFF2-40B4-BE49-F238E27FC236}">
                <a16:creationId xmlns:a16="http://schemas.microsoft.com/office/drawing/2014/main" id="{D455426A-C175-3E95-0C79-F4DEED1A21D7}"/>
              </a:ext>
            </a:extLst>
          </p:cNvPr>
          <p:cNvSpPr txBox="1"/>
          <p:nvPr/>
        </p:nvSpPr>
        <p:spPr>
          <a:xfrm>
            <a:off x="4723363" y="2269899"/>
            <a:ext cx="2785994" cy="557012"/>
          </a:xfrm>
          <a:prstGeom prst="rect">
            <a:avLst/>
          </a:prstGeom>
          <a:noFill/>
          <a:effectLst/>
        </p:spPr>
        <p:txBody>
          <a:bodyPr wrap="square" rtlCol="0">
            <a:spAutoFit/>
          </a:bodyPr>
          <a:lstStyle/>
          <a:p>
            <a:pPr algn="ctr">
              <a:lnSpc>
                <a:spcPct val="150000"/>
              </a:lnSpc>
            </a:pPr>
            <a:r>
              <a:rPr lang="zh-CN" altLang="en-US" sz="1100" dirty="0">
                <a:solidFill>
                  <a:schemeClr val="bg1">
                    <a:lumMod val="50000"/>
                  </a:schemeClr>
                </a:solidFill>
                <a:latin typeface="+mn-ea"/>
                <a:cs typeface="+mn-ea"/>
                <a:sym typeface="+mn-lt"/>
              </a:rPr>
              <a:t>点击输入简要文字解说，解说文字尽量概括精炼，不用文字修饰简洁精准</a:t>
            </a:r>
            <a:endParaRPr lang="en-US" altLang="zh-CN" sz="1100" dirty="0">
              <a:solidFill>
                <a:schemeClr val="bg1">
                  <a:lumMod val="50000"/>
                </a:schemeClr>
              </a:solidFill>
              <a:latin typeface="+mn-ea"/>
              <a:cs typeface="+mn-ea"/>
              <a:sym typeface="+mn-lt"/>
            </a:endParaRPr>
          </a:p>
        </p:txBody>
      </p:sp>
      <p:sp>
        <p:nvSpPr>
          <p:cNvPr id="21" name="文本框 20">
            <a:extLst>
              <a:ext uri="{FF2B5EF4-FFF2-40B4-BE49-F238E27FC236}">
                <a16:creationId xmlns:a16="http://schemas.microsoft.com/office/drawing/2014/main" id="{5E857222-9A76-07AE-30D3-9AAC69AAA7A8}"/>
              </a:ext>
            </a:extLst>
          </p:cNvPr>
          <p:cNvSpPr txBox="1"/>
          <p:nvPr/>
        </p:nvSpPr>
        <p:spPr>
          <a:xfrm>
            <a:off x="5313640" y="3302000"/>
            <a:ext cx="1605441" cy="307777"/>
          </a:xfrm>
          <a:prstGeom prst="rect">
            <a:avLst/>
          </a:prstGeom>
          <a:noFill/>
        </p:spPr>
        <p:txBody>
          <a:bodyPr wrap="square" rtlCol="0">
            <a:spAutoFit/>
          </a:bodyPr>
          <a:lstStyle/>
          <a:p>
            <a:pPr algn="ctr"/>
            <a:r>
              <a:rPr kumimoji="1" lang="zh-CN" altLang="en-US" sz="1400" dirty="0">
                <a:solidFill>
                  <a:schemeClr val="tx1">
                    <a:lumMod val="75000"/>
                    <a:lumOff val="25000"/>
                  </a:schemeClr>
                </a:solidFill>
                <a:latin typeface="+mj-ea"/>
                <a:ea typeface="+mj-ea"/>
                <a:cs typeface="+mn-ea"/>
                <a:sym typeface="+mn-lt"/>
              </a:rPr>
              <a:t>输入标题文字内容</a:t>
            </a:r>
          </a:p>
        </p:txBody>
      </p:sp>
      <p:sp>
        <p:nvSpPr>
          <p:cNvPr id="22" name="文本框 21">
            <a:extLst>
              <a:ext uri="{FF2B5EF4-FFF2-40B4-BE49-F238E27FC236}">
                <a16:creationId xmlns:a16="http://schemas.microsoft.com/office/drawing/2014/main" id="{70110108-F2EC-8019-C584-2109A4695FD1}"/>
              </a:ext>
            </a:extLst>
          </p:cNvPr>
          <p:cNvSpPr txBox="1"/>
          <p:nvPr/>
        </p:nvSpPr>
        <p:spPr>
          <a:xfrm>
            <a:off x="4723363" y="3584377"/>
            <a:ext cx="2785994" cy="557012"/>
          </a:xfrm>
          <a:prstGeom prst="rect">
            <a:avLst/>
          </a:prstGeom>
          <a:noFill/>
          <a:effectLst/>
        </p:spPr>
        <p:txBody>
          <a:bodyPr wrap="square" rtlCol="0">
            <a:spAutoFit/>
          </a:bodyPr>
          <a:lstStyle/>
          <a:p>
            <a:pPr algn="ctr">
              <a:lnSpc>
                <a:spcPct val="150000"/>
              </a:lnSpc>
            </a:pPr>
            <a:r>
              <a:rPr lang="zh-CN" altLang="en-US" sz="1100" dirty="0">
                <a:solidFill>
                  <a:schemeClr val="bg1">
                    <a:lumMod val="50000"/>
                  </a:schemeClr>
                </a:solidFill>
                <a:latin typeface="+mn-ea"/>
                <a:cs typeface="+mn-ea"/>
                <a:sym typeface="+mn-lt"/>
              </a:rPr>
              <a:t>点击输入简要文字解说，解说文字尽量概括精炼，不用文字修饰简洁精准</a:t>
            </a:r>
            <a:endParaRPr lang="en-US" altLang="zh-CN" sz="1100" dirty="0">
              <a:solidFill>
                <a:schemeClr val="bg1">
                  <a:lumMod val="50000"/>
                </a:schemeClr>
              </a:solidFill>
              <a:latin typeface="+mn-ea"/>
              <a:cs typeface="+mn-ea"/>
              <a:sym typeface="+mn-lt"/>
            </a:endParaRPr>
          </a:p>
        </p:txBody>
      </p:sp>
      <p:sp>
        <p:nvSpPr>
          <p:cNvPr id="23" name="文本框 22">
            <a:extLst>
              <a:ext uri="{FF2B5EF4-FFF2-40B4-BE49-F238E27FC236}">
                <a16:creationId xmlns:a16="http://schemas.microsoft.com/office/drawing/2014/main" id="{11561B9C-3943-BEC0-C5C1-1B685174DCE5}"/>
              </a:ext>
            </a:extLst>
          </p:cNvPr>
          <p:cNvSpPr txBox="1"/>
          <p:nvPr/>
        </p:nvSpPr>
        <p:spPr>
          <a:xfrm>
            <a:off x="5313640" y="4647451"/>
            <a:ext cx="1605441" cy="307777"/>
          </a:xfrm>
          <a:prstGeom prst="rect">
            <a:avLst/>
          </a:prstGeom>
          <a:noFill/>
        </p:spPr>
        <p:txBody>
          <a:bodyPr wrap="square" rtlCol="0">
            <a:spAutoFit/>
          </a:bodyPr>
          <a:lstStyle/>
          <a:p>
            <a:pPr algn="ctr"/>
            <a:r>
              <a:rPr kumimoji="1" lang="zh-CN" altLang="en-US" sz="1400" dirty="0">
                <a:solidFill>
                  <a:schemeClr val="tx1">
                    <a:lumMod val="75000"/>
                    <a:lumOff val="25000"/>
                  </a:schemeClr>
                </a:solidFill>
                <a:latin typeface="+mj-ea"/>
                <a:ea typeface="+mj-ea"/>
                <a:cs typeface="+mn-ea"/>
                <a:sym typeface="+mn-lt"/>
              </a:rPr>
              <a:t>输入标题文字内容</a:t>
            </a:r>
          </a:p>
        </p:txBody>
      </p:sp>
      <p:sp>
        <p:nvSpPr>
          <p:cNvPr id="24" name="文本框 23">
            <a:extLst>
              <a:ext uri="{FF2B5EF4-FFF2-40B4-BE49-F238E27FC236}">
                <a16:creationId xmlns:a16="http://schemas.microsoft.com/office/drawing/2014/main" id="{C8289A94-4542-A8AA-B770-759DD80718CB}"/>
              </a:ext>
            </a:extLst>
          </p:cNvPr>
          <p:cNvSpPr txBox="1"/>
          <p:nvPr/>
        </p:nvSpPr>
        <p:spPr>
          <a:xfrm>
            <a:off x="4723363" y="4929828"/>
            <a:ext cx="2785994" cy="557012"/>
          </a:xfrm>
          <a:prstGeom prst="rect">
            <a:avLst/>
          </a:prstGeom>
          <a:noFill/>
          <a:effectLst/>
        </p:spPr>
        <p:txBody>
          <a:bodyPr wrap="square" rtlCol="0">
            <a:spAutoFit/>
          </a:bodyPr>
          <a:lstStyle/>
          <a:p>
            <a:pPr algn="ctr">
              <a:lnSpc>
                <a:spcPct val="150000"/>
              </a:lnSpc>
            </a:pPr>
            <a:r>
              <a:rPr lang="zh-CN" altLang="en-US" sz="1100" dirty="0">
                <a:solidFill>
                  <a:schemeClr val="bg1">
                    <a:lumMod val="50000"/>
                  </a:schemeClr>
                </a:solidFill>
                <a:latin typeface="+mn-ea"/>
                <a:cs typeface="+mn-ea"/>
                <a:sym typeface="+mn-lt"/>
              </a:rPr>
              <a:t>点击输入简要文字解说，解说文字尽量概括精炼，不用文字修饰简洁精准</a:t>
            </a:r>
            <a:endParaRPr lang="en-US" altLang="zh-CN" sz="1100" dirty="0">
              <a:solidFill>
                <a:schemeClr val="bg1">
                  <a:lumMod val="50000"/>
                </a:schemeClr>
              </a:solidFill>
              <a:latin typeface="+mn-ea"/>
              <a:cs typeface="+mn-ea"/>
              <a:sym typeface="+mn-lt"/>
            </a:endParaRPr>
          </a:p>
        </p:txBody>
      </p:sp>
    </p:spTree>
    <p:extLst>
      <p:ext uri="{BB962C8B-B14F-4D97-AF65-F5344CB8AC3E}">
        <p14:creationId xmlns:p14="http://schemas.microsoft.com/office/powerpoint/2010/main" val="103883621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checkerboard(across)">
                                      <p:cBhvr>
                                        <p:cTn id="7" dur="500"/>
                                        <p:tgtEl>
                                          <p:spTgt spid="19"/>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ppt_x"/>
                                          </p:val>
                                        </p:tav>
                                        <p:tav tm="100000">
                                          <p:val>
                                            <p:strVal val="#ppt_x"/>
                                          </p:val>
                                        </p:tav>
                                      </p:tavLst>
                                    </p:anim>
                                    <p:anim calcmode="lin" valueType="num">
                                      <p:cBhvr additive="base">
                                        <p:cTn id="12" dur="500" fill="hold"/>
                                        <p:tgtEl>
                                          <p:spTgt spid="20"/>
                                        </p:tgtEl>
                                        <p:attrNameLst>
                                          <p:attrName>ppt_y</p:attrName>
                                        </p:attrNameLst>
                                      </p:cBhvr>
                                      <p:tavLst>
                                        <p:tav tm="0">
                                          <p:val>
                                            <p:strVal val="1+#ppt_h/2"/>
                                          </p:val>
                                        </p:tav>
                                        <p:tav tm="100000">
                                          <p:val>
                                            <p:strVal val="#ppt_y"/>
                                          </p:val>
                                        </p:tav>
                                      </p:tavLst>
                                    </p:anim>
                                  </p:childTnLst>
                                </p:cTn>
                              </p:par>
                              <p:par>
                                <p:cTn id="13" presetID="5" presetClass="entr" presetSubtype="1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checkerboard(across)">
                                      <p:cBhvr>
                                        <p:cTn id="15" dur="500"/>
                                        <p:tgtEl>
                                          <p:spTgt spid="21"/>
                                        </p:tgtEl>
                                      </p:cBhvr>
                                    </p:animEffect>
                                  </p:childTnLst>
                                </p:cTn>
                              </p:par>
                            </p:childTnLst>
                          </p:cTn>
                        </p:par>
                        <p:par>
                          <p:cTn id="16" fill="hold">
                            <p:stCondLst>
                              <p:cond delay="1000"/>
                            </p:stCondLst>
                            <p:childTnLst>
                              <p:par>
                                <p:cTn id="17" presetID="2" presetClass="entr" presetSubtype="4" fill="hold" grpId="0" nodeType="after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ppt_x"/>
                                          </p:val>
                                        </p:tav>
                                        <p:tav tm="100000">
                                          <p:val>
                                            <p:strVal val="#ppt_x"/>
                                          </p:val>
                                        </p:tav>
                                      </p:tavLst>
                                    </p:anim>
                                    <p:anim calcmode="lin" valueType="num">
                                      <p:cBhvr additive="base">
                                        <p:cTn id="20" dur="500" fill="hold"/>
                                        <p:tgtEl>
                                          <p:spTgt spid="22"/>
                                        </p:tgtEl>
                                        <p:attrNameLst>
                                          <p:attrName>ppt_y</p:attrName>
                                        </p:attrNameLst>
                                      </p:cBhvr>
                                      <p:tavLst>
                                        <p:tav tm="0">
                                          <p:val>
                                            <p:strVal val="1+#ppt_h/2"/>
                                          </p:val>
                                        </p:tav>
                                        <p:tav tm="100000">
                                          <p:val>
                                            <p:strVal val="#ppt_y"/>
                                          </p:val>
                                        </p:tav>
                                      </p:tavLst>
                                    </p:anim>
                                  </p:childTnLst>
                                </p:cTn>
                              </p:par>
                              <p:par>
                                <p:cTn id="21" presetID="5" presetClass="entr" presetSubtype="1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checkerboard(across)">
                                      <p:cBhvr>
                                        <p:cTn id="23" dur="500"/>
                                        <p:tgtEl>
                                          <p:spTgt spid="23"/>
                                        </p:tgtEl>
                                      </p:cBhvr>
                                    </p:animEffect>
                                  </p:childTnLst>
                                </p:cTn>
                              </p:par>
                            </p:childTnLst>
                          </p:cTn>
                        </p:par>
                        <p:par>
                          <p:cTn id="24" fill="hold">
                            <p:stCondLst>
                              <p:cond delay="1500"/>
                            </p:stCondLst>
                            <p:childTnLst>
                              <p:par>
                                <p:cTn id="25" presetID="2" presetClass="entr" presetSubtype="4" fill="hold" grpId="0" nodeType="after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fill="hold"/>
                                        <p:tgtEl>
                                          <p:spTgt spid="24"/>
                                        </p:tgtEl>
                                        <p:attrNameLst>
                                          <p:attrName>ppt_x</p:attrName>
                                        </p:attrNameLst>
                                      </p:cBhvr>
                                      <p:tavLst>
                                        <p:tav tm="0">
                                          <p:val>
                                            <p:strVal val="#ppt_x"/>
                                          </p:val>
                                        </p:tav>
                                        <p:tav tm="100000">
                                          <p:val>
                                            <p:strVal val="#ppt_x"/>
                                          </p:val>
                                        </p:tav>
                                      </p:tavLst>
                                    </p:anim>
                                    <p:anim calcmode="lin" valueType="num">
                                      <p:cBhvr additive="base">
                                        <p:cTn id="2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23" grpId="0"/>
      <p:bldP spid="2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6C9AE-ACA9-62F0-06F0-51563EB26CDD}"/>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20451315-3F7F-E69E-682C-9CC00F3C1107}"/>
              </a:ext>
            </a:extLst>
          </p:cNvPr>
          <p:cNvSpPr txBox="1"/>
          <p:nvPr/>
        </p:nvSpPr>
        <p:spPr>
          <a:xfrm>
            <a:off x="181204" y="259385"/>
            <a:ext cx="2550426" cy="646331"/>
          </a:xfrm>
          <a:prstGeom prst="rect">
            <a:avLst/>
          </a:prstGeom>
          <a:noFill/>
        </p:spPr>
        <p:txBody>
          <a:bodyPr wrap="square" rtlCol="0">
            <a:spAutoFit/>
          </a:bodyPr>
          <a:lstStyle/>
          <a:p>
            <a:pPr algn="dist"/>
            <a:r>
              <a:rPr kumimoji="1" lang="zh-CN" altLang="en-US" sz="3600" dirty="0">
                <a:solidFill>
                  <a:schemeClr val="bg1"/>
                </a:soli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下步规划</a:t>
            </a:r>
          </a:p>
        </p:txBody>
      </p:sp>
      <p:sp>
        <p:nvSpPr>
          <p:cNvPr id="3" name="矩形 2">
            <a:extLst>
              <a:ext uri="{FF2B5EF4-FFF2-40B4-BE49-F238E27FC236}">
                <a16:creationId xmlns:a16="http://schemas.microsoft.com/office/drawing/2014/main" id="{71498BB3-7BE8-55F2-8472-31DA1EF6E866}"/>
              </a:ext>
            </a:extLst>
          </p:cNvPr>
          <p:cNvSpPr/>
          <p:nvPr/>
        </p:nvSpPr>
        <p:spPr>
          <a:xfrm>
            <a:off x="1458074" y="1965911"/>
            <a:ext cx="5050972" cy="315685"/>
          </a:xfrm>
          <a:prstGeom prst="rect">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a:extLst>
              <a:ext uri="{FF2B5EF4-FFF2-40B4-BE49-F238E27FC236}">
                <a16:creationId xmlns:a16="http://schemas.microsoft.com/office/drawing/2014/main" id="{7CD3C53C-B986-379E-04CA-1494F6BB5505}"/>
              </a:ext>
            </a:extLst>
          </p:cNvPr>
          <p:cNvSpPr/>
          <p:nvPr/>
        </p:nvSpPr>
        <p:spPr>
          <a:xfrm>
            <a:off x="1458074" y="2281596"/>
            <a:ext cx="3777344" cy="31568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a:extLst>
              <a:ext uri="{FF2B5EF4-FFF2-40B4-BE49-F238E27FC236}">
                <a16:creationId xmlns:a16="http://schemas.microsoft.com/office/drawing/2014/main" id="{A8339A04-FB0B-B3FD-2B5F-ADBE92781897}"/>
              </a:ext>
            </a:extLst>
          </p:cNvPr>
          <p:cNvSpPr/>
          <p:nvPr/>
        </p:nvSpPr>
        <p:spPr>
          <a:xfrm>
            <a:off x="1458074" y="2912966"/>
            <a:ext cx="3777344" cy="31568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1CE35CAE-7B7B-48D2-204F-5CCFF5436DB8}"/>
              </a:ext>
            </a:extLst>
          </p:cNvPr>
          <p:cNvSpPr/>
          <p:nvPr/>
        </p:nvSpPr>
        <p:spPr>
          <a:xfrm>
            <a:off x="1458074" y="3545507"/>
            <a:ext cx="3777344" cy="31568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矩形 6">
            <a:extLst>
              <a:ext uri="{FF2B5EF4-FFF2-40B4-BE49-F238E27FC236}">
                <a16:creationId xmlns:a16="http://schemas.microsoft.com/office/drawing/2014/main" id="{35AAC0BE-D743-639F-5E6C-CE9C344312DA}"/>
              </a:ext>
            </a:extLst>
          </p:cNvPr>
          <p:cNvSpPr/>
          <p:nvPr/>
        </p:nvSpPr>
        <p:spPr>
          <a:xfrm>
            <a:off x="1458074" y="4176877"/>
            <a:ext cx="3777344" cy="31568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矩形 7">
            <a:extLst>
              <a:ext uri="{FF2B5EF4-FFF2-40B4-BE49-F238E27FC236}">
                <a16:creationId xmlns:a16="http://schemas.microsoft.com/office/drawing/2014/main" id="{9F10247C-3A38-7706-327D-C8DD4DA34649}"/>
              </a:ext>
            </a:extLst>
          </p:cNvPr>
          <p:cNvSpPr/>
          <p:nvPr/>
        </p:nvSpPr>
        <p:spPr>
          <a:xfrm>
            <a:off x="1458074" y="4808247"/>
            <a:ext cx="3777344" cy="31568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矩形 8">
            <a:extLst>
              <a:ext uri="{FF2B5EF4-FFF2-40B4-BE49-F238E27FC236}">
                <a16:creationId xmlns:a16="http://schemas.microsoft.com/office/drawing/2014/main" id="{04F56EBA-21E8-DAD0-2EF4-7D98592BDEE2}"/>
              </a:ext>
            </a:extLst>
          </p:cNvPr>
          <p:cNvSpPr/>
          <p:nvPr/>
        </p:nvSpPr>
        <p:spPr>
          <a:xfrm>
            <a:off x="1458074" y="5439617"/>
            <a:ext cx="3777344" cy="31568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ACBA8E22-4665-9440-777D-5C69B5E737A7}"/>
              </a:ext>
            </a:extLst>
          </p:cNvPr>
          <p:cNvSpPr/>
          <p:nvPr/>
        </p:nvSpPr>
        <p:spPr>
          <a:xfrm>
            <a:off x="5235418" y="2281596"/>
            <a:ext cx="1273628" cy="347370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D64FD419-8C5A-E64E-7BA6-52365217D2E6}"/>
              </a:ext>
            </a:extLst>
          </p:cNvPr>
          <p:cNvSpPr txBox="1"/>
          <p:nvPr/>
        </p:nvSpPr>
        <p:spPr>
          <a:xfrm>
            <a:off x="1523387" y="1976797"/>
            <a:ext cx="1817915" cy="307777"/>
          </a:xfrm>
          <a:prstGeom prst="rect">
            <a:avLst/>
          </a:prstGeom>
          <a:noFill/>
        </p:spPr>
        <p:txBody>
          <a:bodyPr wrap="square" rtlCol="0">
            <a:spAutoFit/>
          </a:bodyPr>
          <a:lstStyle/>
          <a:p>
            <a:pPr algn="dist"/>
            <a:r>
              <a:rPr kumimoji="1" lang="en-US" altLang="zh-CN" sz="1400" dirty="0">
                <a:solidFill>
                  <a:schemeClr val="bg1"/>
                </a:solidFill>
                <a:latin typeface="+mn-ea"/>
              </a:rPr>
              <a:t>202X</a:t>
            </a:r>
            <a:r>
              <a:rPr kumimoji="1" lang="zh-CN" altLang="en-US" sz="1400" dirty="0">
                <a:solidFill>
                  <a:schemeClr val="bg1"/>
                </a:solidFill>
                <a:latin typeface="+mn-ea"/>
              </a:rPr>
              <a:t> 项目标题文字</a:t>
            </a:r>
          </a:p>
        </p:txBody>
      </p:sp>
      <p:sp>
        <p:nvSpPr>
          <p:cNvPr id="12" name="文本框 11">
            <a:extLst>
              <a:ext uri="{FF2B5EF4-FFF2-40B4-BE49-F238E27FC236}">
                <a16:creationId xmlns:a16="http://schemas.microsoft.com/office/drawing/2014/main" id="{C78B49F2-90B5-73DF-2129-A5F0765687BD}"/>
              </a:ext>
            </a:extLst>
          </p:cNvPr>
          <p:cNvSpPr txBox="1"/>
          <p:nvPr/>
        </p:nvSpPr>
        <p:spPr>
          <a:xfrm>
            <a:off x="5377634" y="1976797"/>
            <a:ext cx="902811" cy="307777"/>
          </a:xfrm>
          <a:prstGeom prst="rect">
            <a:avLst/>
          </a:prstGeom>
          <a:noFill/>
        </p:spPr>
        <p:txBody>
          <a:bodyPr wrap="none" rtlCol="0">
            <a:spAutoFit/>
          </a:bodyPr>
          <a:lstStyle/>
          <a:p>
            <a:r>
              <a:rPr kumimoji="1" lang="zh-CN" altLang="en-US" sz="1400" dirty="0">
                <a:solidFill>
                  <a:schemeClr val="bg1"/>
                </a:solidFill>
              </a:rPr>
              <a:t>项目日期</a:t>
            </a:r>
          </a:p>
        </p:txBody>
      </p:sp>
      <p:sp>
        <p:nvSpPr>
          <p:cNvPr id="13" name="矩形 12">
            <a:extLst>
              <a:ext uri="{FF2B5EF4-FFF2-40B4-BE49-F238E27FC236}">
                <a16:creationId xmlns:a16="http://schemas.microsoft.com/office/drawing/2014/main" id="{F94DC9DD-05C2-EB97-E99F-E3EE98280C06}"/>
              </a:ext>
            </a:extLst>
          </p:cNvPr>
          <p:cNvSpPr/>
          <p:nvPr/>
        </p:nvSpPr>
        <p:spPr>
          <a:xfrm>
            <a:off x="6618604" y="1960468"/>
            <a:ext cx="2084616" cy="3794834"/>
          </a:xfrm>
          <a:prstGeom prst="rect">
            <a:avLst/>
          </a:prstGeom>
          <a:blipFill>
            <a:blip r:embed="rId3" cstate="screen">
              <a:extLst>
                <a:ext uri="{28A0092B-C50C-407E-A947-70E740481C1C}">
                  <a14:useLocalDpi xmlns:a14="http://schemas.microsoft.com/office/drawing/2010/main"/>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矩形 13">
            <a:extLst>
              <a:ext uri="{FF2B5EF4-FFF2-40B4-BE49-F238E27FC236}">
                <a16:creationId xmlns:a16="http://schemas.microsoft.com/office/drawing/2014/main" id="{6F0040B7-8582-5730-DC9D-6952E2A41B01}"/>
              </a:ext>
            </a:extLst>
          </p:cNvPr>
          <p:cNvSpPr/>
          <p:nvPr/>
        </p:nvSpPr>
        <p:spPr>
          <a:xfrm>
            <a:off x="8780120" y="1960468"/>
            <a:ext cx="2084616" cy="3794834"/>
          </a:xfrm>
          <a:prstGeom prst="rect">
            <a:avLst/>
          </a:prstGeom>
          <a:blipFill>
            <a:blip r:embed="rId4" cstate="screen">
              <a:extLst>
                <a:ext uri="{28A0092B-C50C-407E-A947-70E740481C1C}">
                  <a14:useLocalDpi xmlns:a14="http://schemas.microsoft.com/office/drawing/2010/main"/>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文本框 14">
            <a:extLst>
              <a:ext uri="{FF2B5EF4-FFF2-40B4-BE49-F238E27FC236}">
                <a16:creationId xmlns:a16="http://schemas.microsoft.com/office/drawing/2014/main" id="{D7E840EE-A3AE-7F28-2376-821E78CE1E0E}"/>
              </a:ext>
            </a:extLst>
          </p:cNvPr>
          <p:cNvSpPr txBox="1"/>
          <p:nvPr/>
        </p:nvSpPr>
        <p:spPr>
          <a:xfrm>
            <a:off x="1524909" y="2303368"/>
            <a:ext cx="1415772" cy="276999"/>
          </a:xfrm>
          <a:prstGeom prst="rect">
            <a:avLst/>
          </a:prstGeom>
          <a:noFill/>
        </p:spPr>
        <p:txBody>
          <a:bodyPr wrap="none" rtlCol="0">
            <a:spAutoFit/>
          </a:bodyPr>
          <a:lstStyle/>
          <a:p>
            <a:r>
              <a:rPr kumimoji="1" lang="zh-CN" altLang="en-US" sz="1200" dirty="0">
                <a:solidFill>
                  <a:schemeClr val="tx1">
                    <a:lumMod val="75000"/>
                    <a:lumOff val="25000"/>
                  </a:schemeClr>
                </a:solidFill>
              </a:rPr>
              <a:t>市场现状分析报告</a:t>
            </a:r>
          </a:p>
        </p:txBody>
      </p:sp>
      <p:sp>
        <p:nvSpPr>
          <p:cNvPr id="16" name="文本框 15">
            <a:extLst>
              <a:ext uri="{FF2B5EF4-FFF2-40B4-BE49-F238E27FC236}">
                <a16:creationId xmlns:a16="http://schemas.microsoft.com/office/drawing/2014/main" id="{F24BAF8D-C3E6-A825-78BF-0801383251D0}"/>
              </a:ext>
            </a:extLst>
          </p:cNvPr>
          <p:cNvSpPr txBox="1"/>
          <p:nvPr/>
        </p:nvSpPr>
        <p:spPr>
          <a:xfrm>
            <a:off x="1524909" y="2612350"/>
            <a:ext cx="1723549" cy="276999"/>
          </a:xfrm>
          <a:prstGeom prst="rect">
            <a:avLst/>
          </a:prstGeom>
          <a:noFill/>
        </p:spPr>
        <p:txBody>
          <a:bodyPr wrap="none" rtlCol="0">
            <a:spAutoFit/>
          </a:bodyPr>
          <a:lstStyle/>
          <a:p>
            <a:r>
              <a:rPr kumimoji="1" lang="zh-CN" altLang="en-US" sz="1200" dirty="0">
                <a:solidFill>
                  <a:schemeClr val="tx1">
                    <a:lumMod val="75000"/>
                    <a:lumOff val="25000"/>
                  </a:schemeClr>
                </a:solidFill>
              </a:rPr>
              <a:t>产品核心优势与竞争力</a:t>
            </a:r>
          </a:p>
        </p:txBody>
      </p:sp>
      <p:sp>
        <p:nvSpPr>
          <p:cNvPr id="17" name="文本框 16">
            <a:extLst>
              <a:ext uri="{FF2B5EF4-FFF2-40B4-BE49-F238E27FC236}">
                <a16:creationId xmlns:a16="http://schemas.microsoft.com/office/drawing/2014/main" id="{A0794765-443F-96FA-4127-9D4DEE5D507C}"/>
              </a:ext>
            </a:extLst>
          </p:cNvPr>
          <p:cNvSpPr txBox="1"/>
          <p:nvPr/>
        </p:nvSpPr>
        <p:spPr>
          <a:xfrm>
            <a:off x="1524909" y="2942949"/>
            <a:ext cx="1877437" cy="276999"/>
          </a:xfrm>
          <a:prstGeom prst="rect">
            <a:avLst/>
          </a:prstGeom>
          <a:noFill/>
        </p:spPr>
        <p:txBody>
          <a:bodyPr wrap="none" rtlCol="0">
            <a:spAutoFit/>
          </a:bodyPr>
          <a:lstStyle/>
          <a:p>
            <a:r>
              <a:rPr kumimoji="1" lang="zh-CN" altLang="en-US" sz="1200" dirty="0">
                <a:solidFill>
                  <a:schemeClr val="tx1">
                    <a:lumMod val="75000"/>
                    <a:lumOff val="25000"/>
                  </a:schemeClr>
                </a:solidFill>
              </a:rPr>
              <a:t>暴露问题不足与解决方案</a:t>
            </a:r>
          </a:p>
        </p:txBody>
      </p:sp>
      <p:sp>
        <p:nvSpPr>
          <p:cNvPr id="18" name="文本框 17">
            <a:extLst>
              <a:ext uri="{FF2B5EF4-FFF2-40B4-BE49-F238E27FC236}">
                <a16:creationId xmlns:a16="http://schemas.microsoft.com/office/drawing/2014/main" id="{83DA4DB4-FCEC-DB60-57A6-777103E42A0E}"/>
              </a:ext>
            </a:extLst>
          </p:cNvPr>
          <p:cNvSpPr txBox="1"/>
          <p:nvPr/>
        </p:nvSpPr>
        <p:spPr>
          <a:xfrm>
            <a:off x="1524909" y="3251931"/>
            <a:ext cx="1107996" cy="276999"/>
          </a:xfrm>
          <a:prstGeom prst="rect">
            <a:avLst/>
          </a:prstGeom>
          <a:noFill/>
        </p:spPr>
        <p:txBody>
          <a:bodyPr wrap="none" rtlCol="0">
            <a:spAutoFit/>
          </a:bodyPr>
          <a:lstStyle/>
          <a:p>
            <a:r>
              <a:rPr kumimoji="1" lang="zh-CN" altLang="en-US" sz="1200" dirty="0">
                <a:solidFill>
                  <a:schemeClr val="tx1">
                    <a:lumMod val="75000"/>
                    <a:lumOff val="25000"/>
                  </a:schemeClr>
                </a:solidFill>
              </a:rPr>
              <a:t>核心项目进度</a:t>
            </a:r>
          </a:p>
        </p:txBody>
      </p:sp>
      <p:sp>
        <p:nvSpPr>
          <p:cNvPr id="19" name="文本框 18">
            <a:extLst>
              <a:ext uri="{FF2B5EF4-FFF2-40B4-BE49-F238E27FC236}">
                <a16:creationId xmlns:a16="http://schemas.microsoft.com/office/drawing/2014/main" id="{05A4F24B-911B-D5A1-18F3-1510B7A0F4FA}"/>
              </a:ext>
            </a:extLst>
          </p:cNvPr>
          <p:cNvSpPr txBox="1"/>
          <p:nvPr/>
        </p:nvSpPr>
        <p:spPr>
          <a:xfrm>
            <a:off x="1524909" y="3560914"/>
            <a:ext cx="1107996" cy="276999"/>
          </a:xfrm>
          <a:prstGeom prst="rect">
            <a:avLst/>
          </a:prstGeom>
          <a:noFill/>
        </p:spPr>
        <p:txBody>
          <a:bodyPr wrap="none" rtlCol="0">
            <a:spAutoFit/>
          </a:bodyPr>
          <a:lstStyle/>
          <a:p>
            <a:r>
              <a:rPr kumimoji="1" lang="zh-CN" altLang="en-US" sz="1200" dirty="0">
                <a:solidFill>
                  <a:schemeClr val="tx1">
                    <a:lumMod val="75000"/>
                    <a:lumOff val="25000"/>
                  </a:schemeClr>
                </a:solidFill>
              </a:rPr>
              <a:t>部门任务分工</a:t>
            </a:r>
          </a:p>
        </p:txBody>
      </p:sp>
      <p:sp>
        <p:nvSpPr>
          <p:cNvPr id="20" name="文本框 19">
            <a:extLst>
              <a:ext uri="{FF2B5EF4-FFF2-40B4-BE49-F238E27FC236}">
                <a16:creationId xmlns:a16="http://schemas.microsoft.com/office/drawing/2014/main" id="{8CDEDFC6-FBCB-48EB-A3A6-0D92047B8418}"/>
              </a:ext>
            </a:extLst>
          </p:cNvPr>
          <p:cNvSpPr txBox="1"/>
          <p:nvPr/>
        </p:nvSpPr>
        <p:spPr>
          <a:xfrm>
            <a:off x="1524909" y="3869896"/>
            <a:ext cx="1107996" cy="276999"/>
          </a:xfrm>
          <a:prstGeom prst="rect">
            <a:avLst/>
          </a:prstGeom>
          <a:noFill/>
        </p:spPr>
        <p:txBody>
          <a:bodyPr wrap="none" rtlCol="0">
            <a:spAutoFit/>
          </a:bodyPr>
          <a:lstStyle/>
          <a:p>
            <a:r>
              <a:rPr kumimoji="1" lang="zh-CN" altLang="en-US" sz="1200" dirty="0">
                <a:solidFill>
                  <a:schemeClr val="tx1">
                    <a:lumMod val="75000"/>
                    <a:lumOff val="25000"/>
                  </a:schemeClr>
                </a:solidFill>
              </a:rPr>
              <a:t>管理团队培训</a:t>
            </a:r>
          </a:p>
        </p:txBody>
      </p:sp>
      <p:sp>
        <p:nvSpPr>
          <p:cNvPr id="21" name="文本框 20">
            <a:extLst>
              <a:ext uri="{FF2B5EF4-FFF2-40B4-BE49-F238E27FC236}">
                <a16:creationId xmlns:a16="http://schemas.microsoft.com/office/drawing/2014/main" id="{2497CB2D-C4CF-C0F4-8A5A-E4AE09353EE8}"/>
              </a:ext>
            </a:extLst>
          </p:cNvPr>
          <p:cNvSpPr txBox="1"/>
          <p:nvPr/>
        </p:nvSpPr>
        <p:spPr>
          <a:xfrm>
            <a:off x="1524909" y="4200495"/>
            <a:ext cx="1569660" cy="276999"/>
          </a:xfrm>
          <a:prstGeom prst="rect">
            <a:avLst/>
          </a:prstGeom>
          <a:noFill/>
        </p:spPr>
        <p:txBody>
          <a:bodyPr wrap="none" rtlCol="0">
            <a:spAutoFit/>
          </a:bodyPr>
          <a:lstStyle/>
          <a:p>
            <a:r>
              <a:rPr kumimoji="1" lang="zh-CN" altLang="en-US" sz="1200" dirty="0">
                <a:solidFill>
                  <a:schemeClr val="tx1">
                    <a:lumMod val="75000"/>
                    <a:lumOff val="25000"/>
                  </a:schemeClr>
                </a:solidFill>
              </a:rPr>
              <a:t>企业文化学习与培训</a:t>
            </a:r>
          </a:p>
        </p:txBody>
      </p:sp>
      <p:sp>
        <p:nvSpPr>
          <p:cNvPr id="22" name="文本框 21">
            <a:extLst>
              <a:ext uri="{FF2B5EF4-FFF2-40B4-BE49-F238E27FC236}">
                <a16:creationId xmlns:a16="http://schemas.microsoft.com/office/drawing/2014/main" id="{16488030-A263-0C91-199D-2D8DA7BA4631}"/>
              </a:ext>
            </a:extLst>
          </p:cNvPr>
          <p:cNvSpPr txBox="1"/>
          <p:nvPr/>
        </p:nvSpPr>
        <p:spPr>
          <a:xfrm>
            <a:off x="1524909" y="4509477"/>
            <a:ext cx="954107" cy="276999"/>
          </a:xfrm>
          <a:prstGeom prst="rect">
            <a:avLst/>
          </a:prstGeom>
          <a:noFill/>
        </p:spPr>
        <p:txBody>
          <a:bodyPr wrap="none" rtlCol="0">
            <a:spAutoFit/>
          </a:bodyPr>
          <a:lstStyle/>
          <a:p>
            <a:r>
              <a:rPr kumimoji="1" lang="zh-CN" altLang="en-US" sz="1200" dirty="0">
                <a:solidFill>
                  <a:schemeClr val="tx1">
                    <a:lumMod val="75000"/>
                    <a:lumOff val="25000"/>
                  </a:schemeClr>
                </a:solidFill>
              </a:rPr>
              <a:t>新项目投资</a:t>
            </a:r>
          </a:p>
        </p:txBody>
      </p:sp>
      <p:sp>
        <p:nvSpPr>
          <p:cNvPr id="23" name="文本框 22">
            <a:extLst>
              <a:ext uri="{FF2B5EF4-FFF2-40B4-BE49-F238E27FC236}">
                <a16:creationId xmlns:a16="http://schemas.microsoft.com/office/drawing/2014/main" id="{6A1EF816-AB05-9EF3-ECCC-1ED9C390B15A}"/>
              </a:ext>
            </a:extLst>
          </p:cNvPr>
          <p:cNvSpPr txBox="1"/>
          <p:nvPr/>
        </p:nvSpPr>
        <p:spPr>
          <a:xfrm>
            <a:off x="1524909" y="4838722"/>
            <a:ext cx="1569660" cy="276999"/>
          </a:xfrm>
          <a:prstGeom prst="rect">
            <a:avLst/>
          </a:prstGeom>
          <a:noFill/>
        </p:spPr>
        <p:txBody>
          <a:bodyPr wrap="none" rtlCol="0">
            <a:spAutoFit/>
          </a:bodyPr>
          <a:lstStyle/>
          <a:p>
            <a:r>
              <a:rPr kumimoji="1" lang="zh-CN" altLang="en-US" sz="1200" dirty="0">
                <a:solidFill>
                  <a:schemeClr val="tx1">
                    <a:lumMod val="75000"/>
                    <a:lumOff val="25000"/>
                  </a:schemeClr>
                </a:solidFill>
              </a:rPr>
              <a:t>盈利模式与产品说明</a:t>
            </a:r>
          </a:p>
        </p:txBody>
      </p:sp>
      <p:sp>
        <p:nvSpPr>
          <p:cNvPr id="24" name="文本框 23">
            <a:extLst>
              <a:ext uri="{FF2B5EF4-FFF2-40B4-BE49-F238E27FC236}">
                <a16:creationId xmlns:a16="http://schemas.microsoft.com/office/drawing/2014/main" id="{BAB59F16-EFAD-E278-1484-EF18EEC4FDCA}"/>
              </a:ext>
            </a:extLst>
          </p:cNvPr>
          <p:cNvSpPr txBox="1"/>
          <p:nvPr/>
        </p:nvSpPr>
        <p:spPr>
          <a:xfrm>
            <a:off x="1524909" y="5158435"/>
            <a:ext cx="1415772" cy="276999"/>
          </a:xfrm>
          <a:prstGeom prst="rect">
            <a:avLst/>
          </a:prstGeom>
          <a:noFill/>
        </p:spPr>
        <p:txBody>
          <a:bodyPr wrap="none" rtlCol="0">
            <a:spAutoFit/>
          </a:bodyPr>
          <a:lstStyle/>
          <a:p>
            <a:r>
              <a:rPr kumimoji="1" lang="zh-CN" altLang="en-US" sz="1200" dirty="0">
                <a:solidFill>
                  <a:schemeClr val="tx1">
                    <a:lumMod val="75000"/>
                    <a:lumOff val="25000"/>
                  </a:schemeClr>
                </a:solidFill>
              </a:rPr>
              <a:t>员工团队建设活动</a:t>
            </a:r>
          </a:p>
        </p:txBody>
      </p:sp>
      <p:sp>
        <p:nvSpPr>
          <p:cNvPr id="25" name="文本框 24">
            <a:extLst>
              <a:ext uri="{FF2B5EF4-FFF2-40B4-BE49-F238E27FC236}">
                <a16:creationId xmlns:a16="http://schemas.microsoft.com/office/drawing/2014/main" id="{D53E7A80-A91D-6DCA-8119-174713771ABF}"/>
              </a:ext>
            </a:extLst>
          </p:cNvPr>
          <p:cNvSpPr txBox="1"/>
          <p:nvPr/>
        </p:nvSpPr>
        <p:spPr>
          <a:xfrm>
            <a:off x="1524909" y="5467417"/>
            <a:ext cx="1305165" cy="276999"/>
          </a:xfrm>
          <a:prstGeom prst="rect">
            <a:avLst/>
          </a:prstGeom>
          <a:noFill/>
        </p:spPr>
        <p:txBody>
          <a:bodyPr wrap="none" rtlCol="0">
            <a:spAutoFit/>
          </a:bodyPr>
          <a:lstStyle/>
          <a:p>
            <a:r>
              <a:rPr kumimoji="1" lang="zh-CN" altLang="en-US" sz="1200" dirty="0">
                <a:solidFill>
                  <a:schemeClr val="tx1">
                    <a:lumMod val="75000"/>
                    <a:lumOff val="25000"/>
                  </a:schemeClr>
                </a:solidFill>
              </a:rPr>
              <a:t>新产品研发计划</a:t>
            </a:r>
          </a:p>
        </p:txBody>
      </p:sp>
      <p:sp>
        <p:nvSpPr>
          <p:cNvPr id="26" name="文本框 25">
            <a:extLst>
              <a:ext uri="{FF2B5EF4-FFF2-40B4-BE49-F238E27FC236}">
                <a16:creationId xmlns:a16="http://schemas.microsoft.com/office/drawing/2014/main" id="{424B20A6-2FBA-53B4-BD9E-2B910E0084BF}"/>
              </a:ext>
            </a:extLst>
          </p:cNvPr>
          <p:cNvSpPr txBox="1"/>
          <p:nvPr/>
        </p:nvSpPr>
        <p:spPr>
          <a:xfrm>
            <a:off x="5524264" y="2281596"/>
            <a:ext cx="652743" cy="276999"/>
          </a:xfrm>
          <a:prstGeom prst="rect">
            <a:avLst/>
          </a:prstGeom>
          <a:noFill/>
        </p:spPr>
        <p:txBody>
          <a:bodyPr wrap="none" rtlCol="0">
            <a:spAutoFit/>
          </a:bodyPr>
          <a:lstStyle/>
          <a:p>
            <a:r>
              <a:rPr kumimoji="1" lang="en-US" altLang="zh-CN" sz="1200" dirty="0">
                <a:solidFill>
                  <a:schemeClr val="tx1">
                    <a:lumMod val="75000"/>
                    <a:lumOff val="25000"/>
                  </a:schemeClr>
                </a:solidFill>
                <a:latin typeface="+mn-ea"/>
              </a:rPr>
              <a:t>2025.2</a:t>
            </a:r>
            <a:endParaRPr kumimoji="1" lang="zh-CN" altLang="en-US" sz="1200" dirty="0">
              <a:solidFill>
                <a:schemeClr val="tx1">
                  <a:lumMod val="75000"/>
                  <a:lumOff val="25000"/>
                </a:schemeClr>
              </a:solidFill>
              <a:latin typeface="+mn-ea"/>
            </a:endParaRPr>
          </a:p>
        </p:txBody>
      </p:sp>
      <p:sp>
        <p:nvSpPr>
          <p:cNvPr id="27" name="文本框 26">
            <a:extLst>
              <a:ext uri="{FF2B5EF4-FFF2-40B4-BE49-F238E27FC236}">
                <a16:creationId xmlns:a16="http://schemas.microsoft.com/office/drawing/2014/main" id="{A23EFE92-3BAB-8907-1475-18A6AB6F57CF}"/>
              </a:ext>
            </a:extLst>
          </p:cNvPr>
          <p:cNvSpPr txBox="1"/>
          <p:nvPr/>
        </p:nvSpPr>
        <p:spPr>
          <a:xfrm>
            <a:off x="5524264" y="2612349"/>
            <a:ext cx="652743" cy="276999"/>
          </a:xfrm>
          <a:prstGeom prst="rect">
            <a:avLst/>
          </a:prstGeom>
          <a:noFill/>
        </p:spPr>
        <p:txBody>
          <a:bodyPr wrap="none" rtlCol="0">
            <a:spAutoFit/>
          </a:bodyPr>
          <a:lstStyle/>
          <a:p>
            <a:r>
              <a:rPr kumimoji="1" lang="en-US" altLang="zh-CN" sz="1200" dirty="0">
                <a:solidFill>
                  <a:schemeClr val="tx1">
                    <a:lumMod val="75000"/>
                    <a:lumOff val="25000"/>
                  </a:schemeClr>
                </a:solidFill>
                <a:latin typeface="+mn-ea"/>
              </a:rPr>
              <a:t>2025.2</a:t>
            </a:r>
            <a:endParaRPr kumimoji="1" lang="zh-CN" altLang="en-US" sz="1200" dirty="0">
              <a:solidFill>
                <a:schemeClr val="tx1">
                  <a:lumMod val="75000"/>
                  <a:lumOff val="25000"/>
                </a:schemeClr>
              </a:solidFill>
              <a:latin typeface="+mn-ea"/>
            </a:endParaRPr>
          </a:p>
        </p:txBody>
      </p:sp>
      <p:sp>
        <p:nvSpPr>
          <p:cNvPr id="28" name="文本框 27">
            <a:extLst>
              <a:ext uri="{FF2B5EF4-FFF2-40B4-BE49-F238E27FC236}">
                <a16:creationId xmlns:a16="http://schemas.microsoft.com/office/drawing/2014/main" id="{65006E0E-0BD4-A56B-6459-5C4D07F314E5}"/>
              </a:ext>
            </a:extLst>
          </p:cNvPr>
          <p:cNvSpPr txBox="1"/>
          <p:nvPr/>
        </p:nvSpPr>
        <p:spPr>
          <a:xfrm>
            <a:off x="5524264" y="2928034"/>
            <a:ext cx="652743" cy="276999"/>
          </a:xfrm>
          <a:prstGeom prst="rect">
            <a:avLst/>
          </a:prstGeom>
          <a:noFill/>
        </p:spPr>
        <p:txBody>
          <a:bodyPr wrap="none" rtlCol="0">
            <a:spAutoFit/>
          </a:bodyPr>
          <a:lstStyle/>
          <a:p>
            <a:r>
              <a:rPr kumimoji="1" lang="en-US" altLang="zh-CN" sz="1200" dirty="0">
                <a:solidFill>
                  <a:schemeClr val="tx1">
                    <a:lumMod val="75000"/>
                    <a:lumOff val="25000"/>
                  </a:schemeClr>
                </a:solidFill>
                <a:latin typeface="+mn-ea"/>
              </a:rPr>
              <a:t>2025.3</a:t>
            </a:r>
            <a:endParaRPr kumimoji="1" lang="zh-CN" altLang="en-US" sz="1200" dirty="0">
              <a:solidFill>
                <a:schemeClr val="tx1">
                  <a:lumMod val="75000"/>
                  <a:lumOff val="25000"/>
                </a:schemeClr>
              </a:solidFill>
              <a:latin typeface="+mn-ea"/>
            </a:endParaRPr>
          </a:p>
        </p:txBody>
      </p:sp>
      <p:sp>
        <p:nvSpPr>
          <p:cNvPr id="29" name="文本框 28">
            <a:extLst>
              <a:ext uri="{FF2B5EF4-FFF2-40B4-BE49-F238E27FC236}">
                <a16:creationId xmlns:a16="http://schemas.microsoft.com/office/drawing/2014/main" id="{1F7A3464-AEB7-45E9-5A44-6A7BDC331A39}"/>
              </a:ext>
            </a:extLst>
          </p:cNvPr>
          <p:cNvSpPr txBox="1"/>
          <p:nvPr/>
        </p:nvSpPr>
        <p:spPr>
          <a:xfrm>
            <a:off x="5524264" y="3243239"/>
            <a:ext cx="652743" cy="276999"/>
          </a:xfrm>
          <a:prstGeom prst="rect">
            <a:avLst/>
          </a:prstGeom>
          <a:noFill/>
        </p:spPr>
        <p:txBody>
          <a:bodyPr wrap="none" rtlCol="0">
            <a:spAutoFit/>
          </a:bodyPr>
          <a:lstStyle/>
          <a:p>
            <a:r>
              <a:rPr kumimoji="1" lang="en-US" altLang="zh-CN" sz="1200" dirty="0">
                <a:solidFill>
                  <a:schemeClr val="tx1">
                    <a:lumMod val="75000"/>
                    <a:lumOff val="25000"/>
                  </a:schemeClr>
                </a:solidFill>
                <a:latin typeface="+mn-ea"/>
              </a:rPr>
              <a:t>2025.4</a:t>
            </a:r>
            <a:endParaRPr kumimoji="1" lang="zh-CN" altLang="en-US" sz="1200" dirty="0">
              <a:solidFill>
                <a:schemeClr val="tx1">
                  <a:lumMod val="75000"/>
                  <a:lumOff val="25000"/>
                </a:schemeClr>
              </a:solidFill>
              <a:latin typeface="+mn-ea"/>
            </a:endParaRPr>
          </a:p>
        </p:txBody>
      </p:sp>
      <p:sp>
        <p:nvSpPr>
          <p:cNvPr id="30" name="文本框 29">
            <a:extLst>
              <a:ext uri="{FF2B5EF4-FFF2-40B4-BE49-F238E27FC236}">
                <a16:creationId xmlns:a16="http://schemas.microsoft.com/office/drawing/2014/main" id="{E0D63DD1-CD48-7472-1D66-AF9D2019F121}"/>
              </a:ext>
            </a:extLst>
          </p:cNvPr>
          <p:cNvSpPr txBox="1"/>
          <p:nvPr/>
        </p:nvSpPr>
        <p:spPr>
          <a:xfrm>
            <a:off x="5524264" y="3573992"/>
            <a:ext cx="652743" cy="276999"/>
          </a:xfrm>
          <a:prstGeom prst="rect">
            <a:avLst/>
          </a:prstGeom>
          <a:noFill/>
        </p:spPr>
        <p:txBody>
          <a:bodyPr wrap="none" rtlCol="0">
            <a:spAutoFit/>
          </a:bodyPr>
          <a:lstStyle/>
          <a:p>
            <a:r>
              <a:rPr kumimoji="1" lang="en-US" altLang="zh-CN" sz="1200" dirty="0">
                <a:solidFill>
                  <a:schemeClr val="tx1">
                    <a:lumMod val="75000"/>
                    <a:lumOff val="25000"/>
                  </a:schemeClr>
                </a:solidFill>
                <a:latin typeface="+mn-ea"/>
              </a:rPr>
              <a:t>2025.5</a:t>
            </a:r>
            <a:endParaRPr kumimoji="1" lang="zh-CN" altLang="en-US" sz="1200" dirty="0">
              <a:solidFill>
                <a:schemeClr val="tx1">
                  <a:lumMod val="75000"/>
                  <a:lumOff val="25000"/>
                </a:schemeClr>
              </a:solidFill>
              <a:latin typeface="+mn-ea"/>
            </a:endParaRPr>
          </a:p>
        </p:txBody>
      </p:sp>
      <p:sp>
        <p:nvSpPr>
          <p:cNvPr id="31" name="文本框 30">
            <a:extLst>
              <a:ext uri="{FF2B5EF4-FFF2-40B4-BE49-F238E27FC236}">
                <a16:creationId xmlns:a16="http://schemas.microsoft.com/office/drawing/2014/main" id="{BD24F2D2-118A-F232-A2C8-15CBB429D76B}"/>
              </a:ext>
            </a:extLst>
          </p:cNvPr>
          <p:cNvSpPr txBox="1"/>
          <p:nvPr/>
        </p:nvSpPr>
        <p:spPr>
          <a:xfrm>
            <a:off x="5524264" y="3878791"/>
            <a:ext cx="652743" cy="276999"/>
          </a:xfrm>
          <a:prstGeom prst="rect">
            <a:avLst/>
          </a:prstGeom>
          <a:noFill/>
        </p:spPr>
        <p:txBody>
          <a:bodyPr wrap="none" rtlCol="0">
            <a:spAutoFit/>
          </a:bodyPr>
          <a:lstStyle/>
          <a:p>
            <a:r>
              <a:rPr kumimoji="1" lang="en-US" altLang="zh-CN" sz="1200" dirty="0">
                <a:solidFill>
                  <a:schemeClr val="tx1">
                    <a:lumMod val="75000"/>
                    <a:lumOff val="25000"/>
                  </a:schemeClr>
                </a:solidFill>
                <a:latin typeface="+mn-ea"/>
              </a:rPr>
              <a:t>2025.5</a:t>
            </a:r>
            <a:endParaRPr kumimoji="1" lang="zh-CN" altLang="en-US" sz="1200" dirty="0">
              <a:solidFill>
                <a:schemeClr val="tx1">
                  <a:lumMod val="75000"/>
                  <a:lumOff val="25000"/>
                </a:schemeClr>
              </a:solidFill>
              <a:latin typeface="+mn-ea"/>
            </a:endParaRPr>
          </a:p>
        </p:txBody>
      </p:sp>
      <p:sp>
        <p:nvSpPr>
          <p:cNvPr id="32" name="文本框 31">
            <a:extLst>
              <a:ext uri="{FF2B5EF4-FFF2-40B4-BE49-F238E27FC236}">
                <a16:creationId xmlns:a16="http://schemas.microsoft.com/office/drawing/2014/main" id="{80D05F21-A811-BC07-E3AB-06E504ECA83C}"/>
              </a:ext>
            </a:extLst>
          </p:cNvPr>
          <p:cNvSpPr txBox="1"/>
          <p:nvPr/>
        </p:nvSpPr>
        <p:spPr>
          <a:xfrm>
            <a:off x="5524264" y="4213226"/>
            <a:ext cx="652743" cy="276999"/>
          </a:xfrm>
          <a:prstGeom prst="rect">
            <a:avLst/>
          </a:prstGeom>
          <a:noFill/>
        </p:spPr>
        <p:txBody>
          <a:bodyPr wrap="none" rtlCol="0">
            <a:spAutoFit/>
          </a:bodyPr>
          <a:lstStyle/>
          <a:p>
            <a:r>
              <a:rPr kumimoji="1" lang="en-US" altLang="zh-CN" sz="1200" dirty="0">
                <a:solidFill>
                  <a:schemeClr val="tx1">
                    <a:lumMod val="75000"/>
                    <a:lumOff val="25000"/>
                  </a:schemeClr>
                </a:solidFill>
                <a:latin typeface="+mn-ea"/>
              </a:rPr>
              <a:t>2025.6</a:t>
            </a:r>
            <a:endParaRPr kumimoji="1" lang="zh-CN" altLang="en-US" sz="1200" dirty="0">
              <a:solidFill>
                <a:schemeClr val="tx1">
                  <a:lumMod val="75000"/>
                  <a:lumOff val="25000"/>
                </a:schemeClr>
              </a:solidFill>
              <a:latin typeface="+mn-ea"/>
            </a:endParaRPr>
          </a:p>
        </p:txBody>
      </p:sp>
      <p:sp>
        <p:nvSpPr>
          <p:cNvPr id="33" name="文本框 32">
            <a:extLst>
              <a:ext uri="{FF2B5EF4-FFF2-40B4-BE49-F238E27FC236}">
                <a16:creationId xmlns:a16="http://schemas.microsoft.com/office/drawing/2014/main" id="{59CAB988-175B-79D0-A63E-7670D48EA5A6}"/>
              </a:ext>
            </a:extLst>
          </p:cNvPr>
          <p:cNvSpPr txBox="1"/>
          <p:nvPr/>
        </p:nvSpPr>
        <p:spPr>
          <a:xfrm>
            <a:off x="5524264" y="4522207"/>
            <a:ext cx="652743" cy="276999"/>
          </a:xfrm>
          <a:prstGeom prst="rect">
            <a:avLst/>
          </a:prstGeom>
          <a:noFill/>
        </p:spPr>
        <p:txBody>
          <a:bodyPr wrap="none" rtlCol="0">
            <a:spAutoFit/>
          </a:bodyPr>
          <a:lstStyle/>
          <a:p>
            <a:r>
              <a:rPr kumimoji="1" lang="en-US" altLang="zh-CN" sz="1200" dirty="0">
                <a:solidFill>
                  <a:schemeClr val="tx1">
                    <a:lumMod val="75000"/>
                    <a:lumOff val="25000"/>
                  </a:schemeClr>
                </a:solidFill>
                <a:latin typeface="+mn-ea"/>
              </a:rPr>
              <a:t>2025.8</a:t>
            </a:r>
            <a:endParaRPr kumimoji="1" lang="zh-CN" altLang="en-US" sz="1200" dirty="0">
              <a:solidFill>
                <a:schemeClr val="tx1">
                  <a:lumMod val="75000"/>
                  <a:lumOff val="25000"/>
                </a:schemeClr>
              </a:solidFill>
              <a:latin typeface="+mn-ea"/>
            </a:endParaRPr>
          </a:p>
        </p:txBody>
      </p:sp>
      <p:sp>
        <p:nvSpPr>
          <p:cNvPr id="34" name="文本框 33">
            <a:extLst>
              <a:ext uri="{FF2B5EF4-FFF2-40B4-BE49-F238E27FC236}">
                <a16:creationId xmlns:a16="http://schemas.microsoft.com/office/drawing/2014/main" id="{5BF4554B-5B4A-FF7E-0A5C-C197C4B80D8B}"/>
              </a:ext>
            </a:extLst>
          </p:cNvPr>
          <p:cNvSpPr txBox="1"/>
          <p:nvPr/>
        </p:nvSpPr>
        <p:spPr>
          <a:xfrm>
            <a:off x="5524264" y="4816120"/>
            <a:ext cx="737702" cy="276999"/>
          </a:xfrm>
          <a:prstGeom prst="rect">
            <a:avLst/>
          </a:prstGeom>
          <a:noFill/>
        </p:spPr>
        <p:txBody>
          <a:bodyPr wrap="none" rtlCol="0">
            <a:spAutoFit/>
          </a:bodyPr>
          <a:lstStyle/>
          <a:p>
            <a:r>
              <a:rPr kumimoji="1" lang="en-US" altLang="zh-CN" sz="1200" dirty="0">
                <a:solidFill>
                  <a:schemeClr val="tx1">
                    <a:lumMod val="75000"/>
                    <a:lumOff val="25000"/>
                  </a:schemeClr>
                </a:solidFill>
                <a:latin typeface="+mn-ea"/>
              </a:rPr>
              <a:t>2025.10</a:t>
            </a:r>
            <a:endParaRPr kumimoji="1" lang="zh-CN" altLang="en-US" sz="1200" dirty="0">
              <a:solidFill>
                <a:schemeClr val="tx1">
                  <a:lumMod val="75000"/>
                  <a:lumOff val="25000"/>
                </a:schemeClr>
              </a:solidFill>
              <a:latin typeface="+mn-ea"/>
            </a:endParaRPr>
          </a:p>
        </p:txBody>
      </p:sp>
      <p:sp>
        <p:nvSpPr>
          <p:cNvPr id="35" name="文本框 34">
            <a:extLst>
              <a:ext uri="{FF2B5EF4-FFF2-40B4-BE49-F238E27FC236}">
                <a16:creationId xmlns:a16="http://schemas.microsoft.com/office/drawing/2014/main" id="{B7065356-02BD-D9CF-3691-DBEC2F558DFC}"/>
              </a:ext>
            </a:extLst>
          </p:cNvPr>
          <p:cNvSpPr txBox="1"/>
          <p:nvPr/>
        </p:nvSpPr>
        <p:spPr>
          <a:xfrm>
            <a:off x="5524264" y="5136663"/>
            <a:ext cx="737702" cy="276999"/>
          </a:xfrm>
          <a:prstGeom prst="rect">
            <a:avLst/>
          </a:prstGeom>
          <a:noFill/>
        </p:spPr>
        <p:txBody>
          <a:bodyPr wrap="none" rtlCol="0">
            <a:spAutoFit/>
          </a:bodyPr>
          <a:lstStyle/>
          <a:p>
            <a:r>
              <a:rPr kumimoji="1" lang="en-US" altLang="zh-CN" sz="1200" dirty="0">
                <a:solidFill>
                  <a:schemeClr val="tx1">
                    <a:lumMod val="75000"/>
                    <a:lumOff val="25000"/>
                  </a:schemeClr>
                </a:solidFill>
                <a:latin typeface="+mn-ea"/>
              </a:rPr>
              <a:t>2025.11</a:t>
            </a:r>
            <a:endParaRPr kumimoji="1" lang="zh-CN" altLang="en-US" sz="1200" dirty="0">
              <a:solidFill>
                <a:schemeClr val="tx1">
                  <a:lumMod val="75000"/>
                  <a:lumOff val="25000"/>
                </a:schemeClr>
              </a:solidFill>
              <a:latin typeface="+mn-ea"/>
            </a:endParaRPr>
          </a:p>
        </p:txBody>
      </p:sp>
      <p:sp>
        <p:nvSpPr>
          <p:cNvPr id="36" name="文本框 35">
            <a:extLst>
              <a:ext uri="{FF2B5EF4-FFF2-40B4-BE49-F238E27FC236}">
                <a16:creationId xmlns:a16="http://schemas.microsoft.com/office/drawing/2014/main" id="{2764114E-481C-B3FE-BB4B-54A0A5B6B349}"/>
              </a:ext>
            </a:extLst>
          </p:cNvPr>
          <p:cNvSpPr txBox="1"/>
          <p:nvPr/>
        </p:nvSpPr>
        <p:spPr>
          <a:xfrm>
            <a:off x="5524264" y="5441462"/>
            <a:ext cx="737702" cy="276999"/>
          </a:xfrm>
          <a:prstGeom prst="rect">
            <a:avLst/>
          </a:prstGeom>
          <a:noFill/>
        </p:spPr>
        <p:txBody>
          <a:bodyPr wrap="none" rtlCol="0">
            <a:spAutoFit/>
          </a:bodyPr>
          <a:lstStyle/>
          <a:p>
            <a:r>
              <a:rPr kumimoji="1" lang="en-US" altLang="zh-CN" sz="1200" dirty="0">
                <a:solidFill>
                  <a:schemeClr val="tx1">
                    <a:lumMod val="75000"/>
                    <a:lumOff val="25000"/>
                  </a:schemeClr>
                </a:solidFill>
                <a:latin typeface="+mn-ea"/>
              </a:rPr>
              <a:t>2025.12</a:t>
            </a:r>
            <a:endParaRPr kumimoji="1" lang="zh-CN" altLang="en-US" sz="1200" dirty="0">
              <a:solidFill>
                <a:schemeClr val="tx1">
                  <a:lumMod val="75000"/>
                  <a:lumOff val="25000"/>
                </a:schemeClr>
              </a:solidFill>
              <a:latin typeface="+mn-ea"/>
            </a:endParaRPr>
          </a:p>
        </p:txBody>
      </p:sp>
    </p:spTree>
    <p:extLst>
      <p:ext uri="{BB962C8B-B14F-4D97-AF65-F5344CB8AC3E}">
        <p14:creationId xmlns:p14="http://schemas.microsoft.com/office/powerpoint/2010/main" val="128945653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1053A-7F6E-A259-B457-DE1E7CCC60AD}"/>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4BE619E8-992E-4016-0EC0-5BAC7ABFAAC3}"/>
              </a:ext>
            </a:extLst>
          </p:cNvPr>
          <p:cNvSpPr txBox="1"/>
          <p:nvPr/>
        </p:nvSpPr>
        <p:spPr>
          <a:xfrm>
            <a:off x="181204" y="259385"/>
            <a:ext cx="2550426" cy="646331"/>
          </a:xfrm>
          <a:prstGeom prst="rect">
            <a:avLst/>
          </a:prstGeom>
          <a:noFill/>
        </p:spPr>
        <p:txBody>
          <a:bodyPr wrap="square" rtlCol="0">
            <a:spAutoFit/>
          </a:bodyPr>
          <a:lstStyle/>
          <a:p>
            <a:pPr algn="dist"/>
            <a:r>
              <a:rPr kumimoji="1" lang="zh-CN" altLang="en-US" sz="3600" dirty="0">
                <a:solidFill>
                  <a:schemeClr val="bg1"/>
                </a:solidFill>
                <a:effectLst>
                  <a:outerShdw blurRad="76200" dist="762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下步规划</a:t>
            </a:r>
          </a:p>
        </p:txBody>
      </p:sp>
      <p:sp>
        <p:nvSpPr>
          <p:cNvPr id="3" name="梯形 2">
            <a:extLst>
              <a:ext uri="{FF2B5EF4-FFF2-40B4-BE49-F238E27FC236}">
                <a16:creationId xmlns:a16="http://schemas.microsoft.com/office/drawing/2014/main" id="{B041888D-7855-606E-14E6-B4B227E53FDB}"/>
              </a:ext>
            </a:extLst>
          </p:cNvPr>
          <p:cNvSpPr/>
          <p:nvPr/>
        </p:nvSpPr>
        <p:spPr>
          <a:xfrm rot="16200000">
            <a:off x="4437153" y="-64213"/>
            <a:ext cx="2768600" cy="7315200"/>
          </a:xfrm>
          <a:prstGeom prst="trapezoid">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椭圆 3">
            <a:extLst>
              <a:ext uri="{FF2B5EF4-FFF2-40B4-BE49-F238E27FC236}">
                <a16:creationId xmlns:a16="http://schemas.microsoft.com/office/drawing/2014/main" id="{E71BD199-5D06-8238-C7F3-56BADEF3FFEA}"/>
              </a:ext>
            </a:extLst>
          </p:cNvPr>
          <p:cNvSpPr/>
          <p:nvPr/>
        </p:nvSpPr>
        <p:spPr>
          <a:xfrm>
            <a:off x="1508216" y="2916318"/>
            <a:ext cx="1354137" cy="1354137"/>
          </a:xfrm>
          <a:prstGeom prst="ellipse">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椭圆 4">
            <a:extLst>
              <a:ext uri="{FF2B5EF4-FFF2-40B4-BE49-F238E27FC236}">
                <a16:creationId xmlns:a16="http://schemas.microsoft.com/office/drawing/2014/main" id="{84FC10BF-7787-F963-41E7-BE977E25220D}"/>
              </a:ext>
            </a:extLst>
          </p:cNvPr>
          <p:cNvSpPr/>
          <p:nvPr/>
        </p:nvSpPr>
        <p:spPr>
          <a:xfrm>
            <a:off x="4322851" y="2437687"/>
            <a:ext cx="2311399" cy="2311399"/>
          </a:xfrm>
          <a:prstGeom prst="ellipse">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C5121683-95A3-51C7-3960-1B99A228F07A}"/>
              </a:ext>
            </a:extLst>
          </p:cNvPr>
          <p:cNvSpPr/>
          <p:nvPr/>
        </p:nvSpPr>
        <p:spPr>
          <a:xfrm>
            <a:off x="7904253" y="2158286"/>
            <a:ext cx="2870200" cy="2870200"/>
          </a:xfrm>
          <a:prstGeom prst="ellipse">
            <a:avLst/>
          </a:prstGeom>
          <a:gradFill>
            <a:gsLst>
              <a:gs pos="0">
                <a:srgbClr val="2D5293"/>
              </a:gs>
              <a:gs pos="100000">
                <a:srgbClr val="1F3764"/>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532FF543-6D20-76EA-6ACE-4B209B127773}"/>
              </a:ext>
            </a:extLst>
          </p:cNvPr>
          <p:cNvSpPr txBox="1"/>
          <p:nvPr/>
        </p:nvSpPr>
        <p:spPr>
          <a:xfrm>
            <a:off x="4487639" y="1597976"/>
            <a:ext cx="4470670" cy="599267"/>
          </a:xfrm>
          <a:prstGeom prst="rect">
            <a:avLst/>
          </a:prstGeom>
          <a:noFill/>
        </p:spPr>
        <p:txBody>
          <a:bodyPr wrap="square">
            <a:spAutoFit/>
          </a:bodyPr>
          <a:lstStyle/>
          <a:p>
            <a:pPr algn="just">
              <a:lnSpc>
                <a:spcPct val="150000"/>
              </a:lnSpc>
            </a:pPr>
            <a:r>
              <a:rPr lang="zh-CN" altLang="en-US" sz="1200" dirty="0">
                <a:solidFill>
                  <a:schemeClr val="tx1">
                    <a:lumMod val="50000"/>
                    <a:lumOff val="50000"/>
                  </a:schemeClr>
                </a:solidFill>
                <a:latin typeface="+mn-ea"/>
              </a:rPr>
              <a:t>点此输入内容或者复制您的内容在这里，通过复制您的文本后点此输入内容或者复制您的内容在这里</a:t>
            </a:r>
          </a:p>
        </p:txBody>
      </p:sp>
      <p:sp>
        <p:nvSpPr>
          <p:cNvPr id="8" name="文本框 7">
            <a:extLst>
              <a:ext uri="{FF2B5EF4-FFF2-40B4-BE49-F238E27FC236}">
                <a16:creationId xmlns:a16="http://schemas.microsoft.com/office/drawing/2014/main" id="{A5C05D4D-0664-615B-E354-A1347C257774}"/>
              </a:ext>
            </a:extLst>
          </p:cNvPr>
          <p:cNvSpPr txBox="1"/>
          <p:nvPr/>
        </p:nvSpPr>
        <p:spPr>
          <a:xfrm>
            <a:off x="1655538" y="1571870"/>
            <a:ext cx="2735044" cy="830997"/>
          </a:xfrm>
          <a:prstGeom prst="rect">
            <a:avLst/>
          </a:prstGeom>
          <a:noFill/>
        </p:spPr>
        <p:txBody>
          <a:bodyPr wrap="none" rtlCol="0">
            <a:spAutoFit/>
          </a:bodyPr>
          <a:lstStyle/>
          <a:p>
            <a:r>
              <a:rPr kumimoji="1" lang="en-US" altLang="zh-CN" sz="2400" dirty="0">
                <a:solidFill>
                  <a:schemeClr val="tx1">
                    <a:lumMod val="75000"/>
                    <a:lumOff val="25000"/>
                  </a:schemeClr>
                </a:solidFill>
                <a:latin typeface="+mj-ea"/>
                <a:ea typeface="+mj-ea"/>
              </a:rPr>
              <a:t>ENTERBUSINESS</a:t>
            </a:r>
          </a:p>
          <a:p>
            <a:r>
              <a:rPr kumimoji="1" lang="en-US" altLang="zh-CN" sz="2400" dirty="0">
                <a:solidFill>
                  <a:schemeClr val="tx1">
                    <a:lumMod val="75000"/>
                    <a:lumOff val="25000"/>
                  </a:schemeClr>
                </a:solidFill>
                <a:latin typeface="+mj-ea"/>
                <a:ea typeface="+mj-ea"/>
              </a:rPr>
              <a:t>TITLE</a:t>
            </a:r>
            <a:r>
              <a:rPr kumimoji="1" lang="zh-CN" altLang="en-US" sz="2400" dirty="0">
                <a:solidFill>
                  <a:schemeClr val="tx1">
                    <a:lumMod val="75000"/>
                    <a:lumOff val="25000"/>
                  </a:schemeClr>
                </a:solidFill>
                <a:latin typeface="+mj-ea"/>
                <a:ea typeface="+mj-ea"/>
              </a:rPr>
              <a:t> </a:t>
            </a:r>
            <a:r>
              <a:rPr kumimoji="1" lang="en-US" altLang="zh-CN" sz="2400" dirty="0">
                <a:solidFill>
                  <a:schemeClr val="tx1">
                    <a:lumMod val="75000"/>
                    <a:lumOff val="25000"/>
                  </a:schemeClr>
                </a:solidFill>
                <a:latin typeface="+mj-ea"/>
                <a:ea typeface="+mj-ea"/>
              </a:rPr>
              <a:t>HERE</a:t>
            </a:r>
            <a:endParaRPr kumimoji="1" lang="zh-CN" altLang="en-US" sz="2400" dirty="0">
              <a:solidFill>
                <a:schemeClr val="tx1">
                  <a:lumMod val="75000"/>
                  <a:lumOff val="25000"/>
                </a:schemeClr>
              </a:solidFill>
              <a:latin typeface="+mj-ea"/>
              <a:ea typeface="+mj-ea"/>
            </a:endParaRPr>
          </a:p>
        </p:txBody>
      </p:sp>
      <p:sp>
        <p:nvSpPr>
          <p:cNvPr id="10" name="右箭头 9">
            <a:extLst>
              <a:ext uri="{FF2B5EF4-FFF2-40B4-BE49-F238E27FC236}">
                <a16:creationId xmlns:a16="http://schemas.microsoft.com/office/drawing/2014/main" id="{92C32721-23C7-27CD-84D8-EC56DDC9CBFB}"/>
              </a:ext>
            </a:extLst>
          </p:cNvPr>
          <p:cNvSpPr/>
          <p:nvPr/>
        </p:nvSpPr>
        <p:spPr>
          <a:xfrm>
            <a:off x="3433584" y="3415586"/>
            <a:ext cx="437551" cy="355600"/>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右箭头 10">
            <a:extLst>
              <a:ext uri="{FF2B5EF4-FFF2-40B4-BE49-F238E27FC236}">
                <a16:creationId xmlns:a16="http://schemas.microsoft.com/office/drawing/2014/main" id="{C7EAEDE6-BD25-ACCA-4F72-6AD31BEE139C}"/>
              </a:ext>
            </a:extLst>
          </p:cNvPr>
          <p:cNvSpPr/>
          <p:nvPr/>
        </p:nvSpPr>
        <p:spPr>
          <a:xfrm>
            <a:off x="7071110" y="3415586"/>
            <a:ext cx="437551" cy="355600"/>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文本框 11">
            <a:extLst>
              <a:ext uri="{FF2B5EF4-FFF2-40B4-BE49-F238E27FC236}">
                <a16:creationId xmlns:a16="http://schemas.microsoft.com/office/drawing/2014/main" id="{7CB0283B-C523-77B4-BF64-56492CF87FFE}"/>
              </a:ext>
            </a:extLst>
          </p:cNvPr>
          <p:cNvSpPr txBox="1"/>
          <p:nvPr/>
        </p:nvSpPr>
        <p:spPr>
          <a:xfrm>
            <a:off x="1774569" y="3271786"/>
            <a:ext cx="803425" cy="400110"/>
          </a:xfrm>
          <a:prstGeom prst="rect">
            <a:avLst/>
          </a:prstGeom>
          <a:noFill/>
        </p:spPr>
        <p:txBody>
          <a:bodyPr wrap="none" rtlCol="0">
            <a:spAutoFit/>
          </a:bodyPr>
          <a:lstStyle/>
          <a:p>
            <a:r>
              <a:rPr kumimoji="1" lang="en-US" altLang="zh-CN" sz="2000" dirty="0">
                <a:solidFill>
                  <a:schemeClr val="bg1"/>
                </a:solidFill>
                <a:latin typeface="+mn-ea"/>
              </a:rPr>
              <a:t>2O25</a:t>
            </a:r>
            <a:endParaRPr kumimoji="1" lang="zh-CN" altLang="en-US" sz="2000" dirty="0">
              <a:solidFill>
                <a:schemeClr val="bg1"/>
              </a:solidFill>
              <a:latin typeface="+mn-ea"/>
            </a:endParaRPr>
          </a:p>
        </p:txBody>
      </p:sp>
      <p:sp>
        <p:nvSpPr>
          <p:cNvPr id="13" name="文本框 12">
            <a:extLst>
              <a:ext uri="{FF2B5EF4-FFF2-40B4-BE49-F238E27FC236}">
                <a16:creationId xmlns:a16="http://schemas.microsoft.com/office/drawing/2014/main" id="{BD0AE984-A99C-544E-9038-4B0318ACEC06}"/>
              </a:ext>
            </a:extLst>
          </p:cNvPr>
          <p:cNvSpPr txBox="1"/>
          <p:nvPr/>
        </p:nvSpPr>
        <p:spPr>
          <a:xfrm>
            <a:off x="1684692" y="3633795"/>
            <a:ext cx="983178" cy="230832"/>
          </a:xfrm>
          <a:prstGeom prst="rect">
            <a:avLst/>
          </a:prstGeom>
          <a:noFill/>
        </p:spPr>
        <p:txBody>
          <a:bodyPr wrap="square" rtlCol="0">
            <a:spAutoFit/>
          </a:bodyPr>
          <a:lstStyle/>
          <a:p>
            <a:pPr algn="dist"/>
            <a:r>
              <a:rPr kumimoji="1" lang="en-US" altLang="zh-CN" sz="900" dirty="0">
                <a:solidFill>
                  <a:schemeClr val="bg1"/>
                </a:solidFill>
                <a:latin typeface="+mn-ea"/>
              </a:rPr>
              <a:t>TITLE</a:t>
            </a:r>
            <a:r>
              <a:rPr kumimoji="1" lang="zh-CN" altLang="en-US" sz="900" dirty="0">
                <a:solidFill>
                  <a:schemeClr val="bg1"/>
                </a:solidFill>
                <a:latin typeface="+mn-ea"/>
              </a:rPr>
              <a:t> </a:t>
            </a:r>
            <a:r>
              <a:rPr kumimoji="1" lang="en-US" altLang="zh-CN" sz="900" dirty="0">
                <a:solidFill>
                  <a:schemeClr val="bg1"/>
                </a:solidFill>
                <a:latin typeface="+mn-ea"/>
              </a:rPr>
              <a:t>HERE</a:t>
            </a:r>
            <a:endParaRPr kumimoji="1" lang="zh-CN" altLang="en-US" sz="900" dirty="0">
              <a:solidFill>
                <a:schemeClr val="bg1"/>
              </a:solidFill>
              <a:latin typeface="+mn-ea"/>
            </a:endParaRPr>
          </a:p>
        </p:txBody>
      </p:sp>
      <p:sp>
        <p:nvSpPr>
          <p:cNvPr id="14" name="文本框 13">
            <a:extLst>
              <a:ext uri="{FF2B5EF4-FFF2-40B4-BE49-F238E27FC236}">
                <a16:creationId xmlns:a16="http://schemas.microsoft.com/office/drawing/2014/main" id="{7FCB77B0-83BC-8CDF-F577-426E27D9D30A}"/>
              </a:ext>
            </a:extLst>
          </p:cNvPr>
          <p:cNvSpPr txBox="1"/>
          <p:nvPr/>
        </p:nvSpPr>
        <p:spPr>
          <a:xfrm>
            <a:off x="4825009" y="3112523"/>
            <a:ext cx="1297150" cy="646331"/>
          </a:xfrm>
          <a:prstGeom prst="rect">
            <a:avLst/>
          </a:prstGeom>
          <a:noFill/>
        </p:spPr>
        <p:txBody>
          <a:bodyPr wrap="none" rtlCol="0">
            <a:spAutoFit/>
          </a:bodyPr>
          <a:lstStyle/>
          <a:p>
            <a:r>
              <a:rPr kumimoji="1" lang="en-US" altLang="zh-CN" sz="3600" dirty="0">
                <a:solidFill>
                  <a:schemeClr val="bg1"/>
                </a:solidFill>
                <a:latin typeface="+mn-ea"/>
              </a:rPr>
              <a:t>2O26</a:t>
            </a:r>
            <a:endParaRPr kumimoji="1" lang="zh-CN" altLang="en-US" sz="3600" dirty="0">
              <a:solidFill>
                <a:schemeClr val="bg1"/>
              </a:solidFill>
              <a:latin typeface="+mn-ea"/>
            </a:endParaRPr>
          </a:p>
        </p:txBody>
      </p:sp>
      <p:sp>
        <p:nvSpPr>
          <p:cNvPr id="15" name="文本框 14">
            <a:extLst>
              <a:ext uri="{FF2B5EF4-FFF2-40B4-BE49-F238E27FC236}">
                <a16:creationId xmlns:a16="http://schemas.microsoft.com/office/drawing/2014/main" id="{32F1BAC5-DDFF-3998-25F2-1BAD357CF3DD}"/>
              </a:ext>
            </a:extLst>
          </p:cNvPr>
          <p:cNvSpPr txBox="1"/>
          <p:nvPr/>
        </p:nvSpPr>
        <p:spPr>
          <a:xfrm>
            <a:off x="4813186" y="3697295"/>
            <a:ext cx="1320796" cy="230832"/>
          </a:xfrm>
          <a:prstGeom prst="rect">
            <a:avLst/>
          </a:prstGeom>
          <a:noFill/>
        </p:spPr>
        <p:txBody>
          <a:bodyPr wrap="square" rtlCol="0">
            <a:spAutoFit/>
          </a:bodyPr>
          <a:lstStyle/>
          <a:p>
            <a:pPr algn="dist"/>
            <a:r>
              <a:rPr kumimoji="1" lang="en-US" altLang="zh-CN" sz="900" dirty="0">
                <a:solidFill>
                  <a:schemeClr val="bg1"/>
                </a:solidFill>
                <a:latin typeface="+mn-ea"/>
              </a:rPr>
              <a:t>ENTER</a:t>
            </a:r>
            <a:r>
              <a:rPr kumimoji="1" lang="zh-CN" altLang="en-US" sz="900" dirty="0">
                <a:solidFill>
                  <a:schemeClr val="bg1"/>
                </a:solidFill>
                <a:latin typeface="+mn-ea"/>
              </a:rPr>
              <a:t> </a:t>
            </a:r>
            <a:r>
              <a:rPr kumimoji="1" lang="en-US" altLang="zh-CN" sz="900" dirty="0">
                <a:solidFill>
                  <a:schemeClr val="bg1"/>
                </a:solidFill>
                <a:latin typeface="+mn-ea"/>
              </a:rPr>
              <a:t>TITLE</a:t>
            </a:r>
            <a:r>
              <a:rPr kumimoji="1" lang="zh-CN" altLang="en-US" sz="900" dirty="0">
                <a:solidFill>
                  <a:schemeClr val="bg1"/>
                </a:solidFill>
                <a:latin typeface="+mn-ea"/>
              </a:rPr>
              <a:t> </a:t>
            </a:r>
            <a:r>
              <a:rPr kumimoji="1" lang="en-US" altLang="zh-CN" sz="900" dirty="0">
                <a:solidFill>
                  <a:schemeClr val="bg1"/>
                </a:solidFill>
                <a:latin typeface="+mn-ea"/>
              </a:rPr>
              <a:t>HERE</a:t>
            </a:r>
            <a:endParaRPr kumimoji="1" lang="zh-CN" altLang="en-US" sz="900" dirty="0">
              <a:solidFill>
                <a:schemeClr val="bg1"/>
              </a:solidFill>
              <a:latin typeface="+mn-ea"/>
            </a:endParaRPr>
          </a:p>
        </p:txBody>
      </p:sp>
      <p:sp>
        <p:nvSpPr>
          <p:cNvPr id="16" name="文本框 15">
            <a:extLst>
              <a:ext uri="{FF2B5EF4-FFF2-40B4-BE49-F238E27FC236}">
                <a16:creationId xmlns:a16="http://schemas.microsoft.com/office/drawing/2014/main" id="{FABBC67F-6284-C28C-D0A7-10B0055A2079}"/>
              </a:ext>
            </a:extLst>
          </p:cNvPr>
          <p:cNvSpPr txBox="1"/>
          <p:nvPr/>
        </p:nvSpPr>
        <p:spPr>
          <a:xfrm>
            <a:off x="8593921" y="3099823"/>
            <a:ext cx="1540806" cy="769441"/>
          </a:xfrm>
          <a:prstGeom prst="rect">
            <a:avLst/>
          </a:prstGeom>
          <a:noFill/>
        </p:spPr>
        <p:txBody>
          <a:bodyPr wrap="none" rtlCol="0">
            <a:spAutoFit/>
          </a:bodyPr>
          <a:lstStyle/>
          <a:p>
            <a:r>
              <a:rPr kumimoji="1" lang="en-US" altLang="zh-CN" sz="4400" dirty="0">
                <a:solidFill>
                  <a:schemeClr val="bg1"/>
                </a:solidFill>
                <a:latin typeface="+mn-ea"/>
              </a:rPr>
              <a:t>2O27</a:t>
            </a:r>
            <a:endParaRPr kumimoji="1" lang="zh-CN" altLang="en-US" sz="4400" dirty="0">
              <a:solidFill>
                <a:schemeClr val="bg1"/>
              </a:solidFill>
              <a:latin typeface="+mn-ea"/>
            </a:endParaRPr>
          </a:p>
        </p:txBody>
      </p:sp>
      <p:sp>
        <p:nvSpPr>
          <p:cNvPr id="17" name="文本框 16">
            <a:extLst>
              <a:ext uri="{FF2B5EF4-FFF2-40B4-BE49-F238E27FC236}">
                <a16:creationId xmlns:a16="http://schemas.microsoft.com/office/drawing/2014/main" id="{522E9C1B-0EF5-A0F9-C214-DE60993BDAB4}"/>
              </a:ext>
            </a:extLst>
          </p:cNvPr>
          <p:cNvSpPr txBox="1"/>
          <p:nvPr/>
        </p:nvSpPr>
        <p:spPr>
          <a:xfrm>
            <a:off x="8598357" y="3851927"/>
            <a:ext cx="1531935" cy="249460"/>
          </a:xfrm>
          <a:prstGeom prst="rect">
            <a:avLst/>
          </a:prstGeom>
          <a:noFill/>
        </p:spPr>
        <p:txBody>
          <a:bodyPr wrap="square" rtlCol="0">
            <a:spAutoFit/>
          </a:bodyPr>
          <a:lstStyle/>
          <a:p>
            <a:pPr algn="dist"/>
            <a:r>
              <a:rPr kumimoji="1" lang="en-US" altLang="zh-CN" sz="1000" dirty="0">
                <a:solidFill>
                  <a:schemeClr val="bg1"/>
                </a:solidFill>
                <a:latin typeface="+mn-ea"/>
              </a:rPr>
              <a:t>ENTER</a:t>
            </a:r>
            <a:r>
              <a:rPr kumimoji="1" lang="zh-CN" altLang="en-US" sz="1000" dirty="0">
                <a:solidFill>
                  <a:schemeClr val="bg1"/>
                </a:solidFill>
                <a:latin typeface="+mn-ea"/>
              </a:rPr>
              <a:t> </a:t>
            </a:r>
            <a:r>
              <a:rPr kumimoji="1" lang="en-US" altLang="zh-CN" sz="1000" dirty="0">
                <a:solidFill>
                  <a:schemeClr val="bg1"/>
                </a:solidFill>
                <a:latin typeface="+mn-ea"/>
              </a:rPr>
              <a:t>TITLE</a:t>
            </a:r>
            <a:r>
              <a:rPr kumimoji="1" lang="zh-CN" altLang="en-US" sz="1000" dirty="0">
                <a:solidFill>
                  <a:schemeClr val="bg1"/>
                </a:solidFill>
                <a:latin typeface="+mn-ea"/>
              </a:rPr>
              <a:t> </a:t>
            </a:r>
            <a:r>
              <a:rPr kumimoji="1" lang="en-US" altLang="zh-CN" sz="1000" dirty="0">
                <a:solidFill>
                  <a:schemeClr val="bg1"/>
                </a:solidFill>
                <a:latin typeface="+mn-ea"/>
              </a:rPr>
              <a:t>HERE</a:t>
            </a:r>
            <a:endParaRPr kumimoji="1" lang="zh-CN" altLang="en-US" sz="1000" dirty="0">
              <a:solidFill>
                <a:schemeClr val="bg1"/>
              </a:solidFill>
              <a:latin typeface="+mn-ea"/>
            </a:endParaRPr>
          </a:p>
        </p:txBody>
      </p:sp>
      <p:sp>
        <p:nvSpPr>
          <p:cNvPr id="18" name="文本框 17">
            <a:extLst>
              <a:ext uri="{FF2B5EF4-FFF2-40B4-BE49-F238E27FC236}">
                <a16:creationId xmlns:a16="http://schemas.microsoft.com/office/drawing/2014/main" id="{AE56B75F-0BCB-E273-9933-F225FF2FFCAF}"/>
              </a:ext>
            </a:extLst>
          </p:cNvPr>
          <p:cNvSpPr txBox="1"/>
          <p:nvPr/>
        </p:nvSpPr>
        <p:spPr>
          <a:xfrm>
            <a:off x="1401849" y="5113346"/>
            <a:ext cx="1917387" cy="307777"/>
          </a:xfrm>
          <a:prstGeom prst="rect">
            <a:avLst/>
          </a:prstGeom>
          <a:noFill/>
        </p:spPr>
        <p:txBody>
          <a:bodyPr wrap="square" rtlCol="0">
            <a:spAutoFit/>
          </a:bodyPr>
          <a:lstStyle/>
          <a:p>
            <a:pPr marL="285750" indent="-285750" algn="dist">
              <a:buFont typeface="Wingdings" pitchFamily="2" charset="2"/>
              <a:buChar char="n"/>
            </a:pPr>
            <a:r>
              <a:rPr kumimoji="1" lang="zh-CN" altLang="en-US"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输入标题文字内容</a:t>
            </a:r>
          </a:p>
        </p:txBody>
      </p:sp>
      <p:sp>
        <p:nvSpPr>
          <p:cNvPr id="19" name="文本框 18">
            <a:extLst>
              <a:ext uri="{FF2B5EF4-FFF2-40B4-BE49-F238E27FC236}">
                <a16:creationId xmlns:a16="http://schemas.microsoft.com/office/drawing/2014/main" id="{4141DEF6-DD6F-F77A-F184-942AA062CA40}"/>
              </a:ext>
            </a:extLst>
          </p:cNvPr>
          <p:cNvSpPr txBox="1"/>
          <p:nvPr/>
        </p:nvSpPr>
        <p:spPr>
          <a:xfrm>
            <a:off x="1401849" y="5421123"/>
            <a:ext cx="2186969" cy="810928"/>
          </a:xfrm>
          <a:prstGeom prst="rect">
            <a:avLst/>
          </a:prstGeom>
          <a:noFill/>
          <a:effectLst/>
        </p:spPr>
        <p:txBody>
          <a:bodyPr wrap="square" rtlCol="0">
            <a:spAutoFit/>
          </a:bodyPr>
          <a:lstStyle/>
          <a:p>
            <a:pPr algn="just">
              <a:lnSpc>
                <a:spcPct val="150000"/>
              </a:lnSpc>
            </a:pPr>
            <a:r>
              <a:rPr lang="zh-CN" altLang="en-US" sz="1100" dirty="0">
                <a:solidFill>
                  <a:schemeClr val="bg1">
                    <a:lumMod val="65000"/>
                  </a:schemeClr>
                </a:solidFill>
                <a:latin typeface="+mn-ea"/>
                <a:cs typeface="+mn-ea"/>
                <a:sym typeface="+mn-lt"/>
              </a:rPr>
              <a:t>点击输入简要文字解说，解说文字尽量概括精炼，不用多余的文字修饰简洁精准。</a:t>
            </a:r>
            <a:endParaRPr lang="en-US" altLang="zh-CN" sz="1100" dirty="0">
              <a:solidFill>
                <a:schemeClr val="bg1">
                  <a:lumMod val="65000"/>
                </a:schemeClr>
              </a:solidFill>
              <a:latin typeface="+mn-ea"/>
              <a:cs typeface="+mn-ea"/>
              <a:sym typeface="+mn-lt"/>
            </a:endParaRPr>
          </a:p>
        </p:txBody>
      </p:sp>
      <p:sp>
        <p:nvSpPr>
          <p:cNvPr id="20" name="文本框 19">
            <a:extLst>
              <a:ext uri="{FF2B5EF4-FFF2-40B4-BE49-F238E27FC236}">
                <a16:creationId xmlns:a16="http://schemas.microsoft.com/office/drawing/2014/main" id="{17C7F886-D579-4397-243B-B415A1974DFD}"/>
              </a:ext>
            </a:extLst>
          </p:cNvPr>
          <p:cNvSpPr txBox="1"/>
          <p:nvPr/>
        </p:nvSpPr>
        <p:spPr>
          <a:xfrm>
            <a:off x="4487639" y="5113346"/>
            <a:ext cx="1917387" cy="307777"/>
          </a:xfrm>
          <a:prstGeom prst="rect">
            <a:avLst/>
          </a:prstGeom>
          <a:noFill/>
        </p:spPr>
        <p:txBody>
          <a:bodyPr wrap="square" rtlCol="0">
            <a:spAutoFit/>
          </a:bodyPr>
          <a:lstStyle/>
          <a:p>
            <a:pPr marL="285750" indent="-285750" algn="dist">
              <a:buFont typeface="Wingdings" pitchFamily="2" charset="2"/>
              <a:buChar char="n"/>
            </a:pPr>
            <a:r>
              <a:rPr kumimoji="1" lang="zh-CN" altLang="en-US"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输入标题文字内容</a:t>
            </a:r>
          </a:p>
        </p:txBody>
      </p:sp>
      <p:sp>
        <p:nvSpPr>
          <p:cNvPr id="21" name="文本框 20">
            <a:extLst>
              <a:ext uri="{FF2B5EF4-FFF2-40B4-BE49-F238E27FC236}">
                <a16:creationId xmlns:a16="http://schemas.microsoft.com/office/drawing/2014/main" id="{9273E664-3035-CAB3-64F4-F1E8AC0DA76D}"/>
              </a:ext>
            </a:extLst>
          </p:cNvPr>
          <p:cNvSpPr txBox="1"/>
          <p:nvPr/>
        </p:nvSpPr>
        <p:spPr>
          <a:xfrm>
            <a:off x="4487639" y="5421123"/>
            <a:ext cx="2186969" cy="810928"/>
          </a:xfrm>
          <a:prstGeom prst="rect">
            <a:avLst/>
          </a:prstGeom>
          <a:noFill/>
          <a:effectLst/>
        </p:spPr>
        <p:txBody>
          <a:bodyPr wrap="square" rtlCol="0">
            <a:spAutoFit/>
          </a:bodyPr>
          <a:lstStyle/>
          <a:p>
            <a:pPr algn="just">
              <a:lnSpc>
                <a:spcPct val="150000"/>
              </a:lnSpc>
            </a:pPr>
            <a:r>
              <a:rPr lang="zh-CN" altLang="en-US" sz="1100" dirty="0">
                <a:solidFill>
                  <a:schemeClr val="bg1">
                    <a:lumMod val="65000"/>
                  </a:schemeClr>
                </a:solidFill>
                <a:latin typeface="+mn-ea"/>
                <a:cs typeface="+mn-ea"/>
                <a:sym typeface="+mn-lt"/>
              </a:rPr>
              <a:t>点击输入简要文字解说，解说文字尽量概括精炼，不用多余的文字修饰简洁精准。</a:t>
            </a:r>
            <a:endParaRPr lang="en-US" altLang="zh-CN" sz="1100" dirty="0">
              <a:solidFill>
                <a:schemeClr val="bg1">
                  <a:lumMod val="65000"/>
                </a:schemeClr>
              </a:solidFill>
              <a:latin typeface="+mn-ea"/>
              <a:cs typeface="+mn-ea"/>
              <a:sym typeface="+mn-lt"/>
            </a:endParaRPr>
          </a:p>
        </p:txBody>
      </p:sp>
      <p:sp>
        <p:nvSpPr>
          <p:cNvPr id="22" name="文本框 21">
            <a:extLst>
              <a:ext uri="{FF2B5EF4-FFF2-40B4-BE49-F238E27FC236}">
                <a16:creationId xmlns:a16="http://schemas.microsoft.com/office/drawing/2014/main" id="{AA05E0BF-2986-AD3E-CC5E-32E9F2564E5D}"/>
              </a:ext>
            </a:extLst>
          </p:cNvPr>
          <p:cNvSpPr txBox="1"/>
          <p:nvPr/>
        </p:nvSpPr>
        <p:spPr>
          <a:xfrm>
            <a:off x="8487168" y="5113346"/>
            <a:ext cx="1917387" cy="307777"/>
          </a:xfrm>
          <a:prstGeom prst="rect">
            <a:avLst/>
          </a:prstGeom>
          <a:noFill/>
        </p:spPr>
        <p:txBody>
          <a:bodyPr wrap="square" rtlCol="0">
            <a:spAutoFit/>
          </a:bodyPr>
          <a:lstStyle/>
          <a:p>
            <a:pPr marL="285750" indent="-285750" algn="dist">
              <a:buFont typeface="Wingdings" pitchFamily="2" charset="2"/>
              <a:buChar char="n"/>
            </a:pPr>
            <a:r>
              <a:rPr kumimoji="1" lang="zh-CN" altLang="en-US" sz="1400" dirty="0">
                <a:solidFill>
                  <a:schemeClr val="tx1">
                    <a:lumMod val="75000"/>
                    <a:lumOff val="25000"/>
                  </a:schemeClr>
                </a:solidFill>
                <a:latin typeface="Source Han Sans CN Bold" panose="020B0500000000000000" pitchFamily="34" charset="-128"/>
                <a:ea typeface="Source Han Sans CN Bold" panose="020B0500000000000000" pitchFamily="34" charset="-128"/>
                <a:cs typeface="+mn-ea"/>
                <a:sym typeface="+mn-lt"/>
              </a:rPr>
              <a:t>输入标题文字内容</a:t>
            </a:r>
          </a:p>
        </p:txBody>
      </p:sp>
      <p:sp>
        <p:nvSpPr>
          <p:cNvPr id="23" name="文本框 22">
            <a:extLst>
              <a:ext uri="{FF2B5EF4-FFF2-40B4-BE49-F238E27FC236}">
                <a16:creationId xmlns:a16="http://schemas.microsoft.com/office/drawing/2014/main" id="{91D16686-9B30-7804-6705-44EF19696C12}"/>
              </a:ext>
            </a:extLst>
          </p:cNvPr>
          <p:cNvSpPr txBox="1"/>
          <p:nvPr/>
        </p:nvSpPr>
        <p:spPr>
          <a:xfrm>
            <a:off x="8487168" y="5421123"/>
            <a:ext cx="2186969" cy="810928"/>
          </a:xfrm>
          <a:prstGeom prst="rect">
            <a:avLst/>
          </a:prstGeom>
          <a:noFill/>
          <a:effectLst/>
        </p:spPr>
        <p:txBody>
          <a:bodyPr wrap="square" rtlCol="0">
            <a:spAutoFit/>
          </a:bodyPr>
          <a:lstStyle/>
          <a:p>
            <a:pPr algn="just">
              <a:lnSpc>
                <a:spcPct val="150000"/>
              </a:lnSpc>
            </a:pPr>
            <a:r>
              <a:rPr lang="zh-CN" altLang="en-US" sz="1100" dirty="0">
                <a:solidFill>
                  <a:schemeClr val="bg1">
                    <a:lumMod val="65000"/>
                  </a:schemeClr>
                </a:solidFill>
                <a:latin typeface="+mn-ea"/>
                <a:cs typeface="+mn-ea"/>
                <a:sym typeface="+mn-lt"/>
              </a:rPr>
              <a:t>点击输入简要文字解说，解说文字尽量概括精炼，不用多余的文字修饰简洁精准。</a:t>
            </a:r>
            <a:endParaRPr lang="en-US" altLang="zh-CN" sz="1100" dirty="0">
              <a:solidFill>
                <a:schemeClr val="bg1">
                  <a:lumMod val="65000"/>
                </a:schemeClr>
              </a:solidFill>
              <a:latin typeface="+mn-ea"/>
              <a:cs typeface="+mn-ea"/>
              <a:sym typeface="+mn-lt"/>
            </a:endParaRPr>
          </a:p>
        </p:txBody>
      </p:sp>
    </p:spTree>
    <p:extLst>
      <p:ext uri="{BB962C8B-B14F-4D97-AF65-F5344CB8AC3E}">
        <p14:creationId xmlns:p14="http://schemas.microsoft.com/office/powerpoint/2010/main" val="2723974453"/>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downLeft)">
                                      <p:cBhvr>
                                        <p:cTn id="7" dur="500"/>
                                        <p:tgtEl>
                                          <p:spTgt spid="7"/>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checkerboard(across)">
                                      <p:cBhvr>
                                        <p:cTn id="10" dur="500"/>
                                        <p:tgtEl>
                                          <p:spTgt spid="18"/>
                                        </p:tgtEl>
                                      </p:cBhvr>
                                    </p:animEffect>
                                  </p:childTnLst>
                                </p:cTn>
                              </p:par>
                            </p:childTnLst>
                          </p:cTn>
                        </p:par>
                        <p:par>
                          <p:cTn id="11" fill="hold">
                            <p:stCondLst>
                              <p:cond delay="500"/>
                            </p:stCondLst>
                            <p:childTnLst>
                              <p:par>
                                <p:cTn id="12" presetID="2" presetClass="entr" presetSubtype="4" fill="hold" grpId="0" nodeType="afterEffect">
                                  <p:stCondLst>
                                    <p:cond delay="0"/>
                                  </p:stCondLst>
                                  <p:childTnLst>
                                    <p:set>
                                      <p:cBhvr>
                                        <p:cTn id="13" dur="1" fill="hold">
                                          <p:stCondLst>
                                            <p:cond delay="0"/>
                                          </p:stCondLst>
                                        </p:cTn>
                                        <p:tgtEl>
                                          <p:spTgt spid="19"/>
                                        </p:tgtEl>
                                        <p:attrNameLst>
                                          <p:attrName>style.visibility</p:attrName>
                                        </p:attrNameLst>
                                      </p:cBhvr>
                                      <p:to>
                                        <p:strVal val="visible"/>
                                      </p:to>
                                    </p:set>
                                    <p:anim calcmode="lin" valueType="num">
                                      <p:cBhvr additive="base">
                                        <p:cTn id="14" dur="500" fill="hold"/>
                                        <p:tgtEl>
                                          <p:spTgt spid="19"/>
                                        </p:tgtEl>
                                        <p:attrNameLst>
                                          <p:attrName>ppt_x</p:attrName>
                                        </p:attrNameLst>
                                      </p:cBhvr>
                                      <p:tavLst>
                                        <p:tav tm="0">
                                          <p:val>
                                            <p:strVal val="#ppt_x"/>
                                          </p:val>
                                        </p:tav>
                                        <p:tav tm="100000">
                                          <p:val>
                                            <p:strVal val="#ppt_x"/>
                                          </p:val>
                                        </p:tav>
                                      </p:tavLst>
                                    </p:anim>
                                    <p:anim calcmode="lin" valueType="num">
                                      <p:cBhvr additive="base">
                                        <p:cTn id="15" dur="500" fill="hold"/>
                                        <p:tgtEl>
                                          <p:spTgt spid="19"/>
                                        </p:tgtEl>
                                        <p:attrNameLst>
                                          <p:attrName>ppt_y</p:attrName>
                                        </p:attrNameLst>
                                      </p:cBhvr>
                                      <p:tavLst>
                                        <p:tav tm="0">
                                          <p:val>
                                            <p:strVal val="1+#ppt_h/2"/>
                                          </p:val>
                                        </p:tav>
                                        <p:tav tm="100000">
                                          <p:val>
                                            <p:strVal val="#ppt_y"/>
                                          </p:val>
                                        </p:tav>
                                      </p:tavLst>
                                    </p:anim>
                                  </p:childTnLst>
                                </p:cTn>
                              </p:par>
                              <p:par>
                                <p:cTn id="16" presetID="5" presetClass="entr" presetSubtype="1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checkerboard(across)">
                                      <p:cBhvr>
                                        <p:cTn id="18" dur="500"/>
                                        <p:tgtEl>
                                          <p:spTgt spid="20"/>
                                        </p:tgtEl>
                                      </p:cBhvr>
                                    </p:animEffect>
                                  </p:childTnLst>
                                </p:cTn>
                              </p:par>
                            </p:childTnLst>
                          </p:cTn>
                        </p:par>
                        <p:par>
                          <p:cTn id="19" fill="hold">
                            <p:stCondLst>
                              <p:cond delay="1000"/>
                            </p:stCondLst>
                            <p:childTnLst>
                              <p:par>
                                <p:cTn id="20" presetID="2" presetClass="entr" presetSubtype="4" fill="hold" grpId="0"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additive="base">
                                        <p:cTn id="22" dur="500" fill="hold"/>
                                        <p:tgtEl>
                                          <p:spTgt spid="21"/>
                                        </p:tgtEl>
                                        <p:attrNameLst>
                                          <p:attrName>ppt_x</p:attrName>
                                        </p:attrNameLst>
                                      </p:cBhvr>
                                      <p:tavLst>
                                        <p:tav tm="0">
                                          <p:val>
                                            <p:strVal val="#ppt_x"/>
                                          </p:val>
                                        </p:tav>
                                        <p:tav tm="100000">
                                          <p:val>
                                            <p:strVal val="#ppt_x"/>
                                          </p:val>
                                        </p:tav>
                                      </p:tavLst>
                                    </p:anim>
                                    <p:anim calcmode="lin" valueType="num">
                                      <p:cBhvr additive="base">
                                        <p:cTn id="23" dur="500" fill="hold"/>
                                        <p:tgtEl>
                                          <p:spTgt spid="21"/>
                                        </p:tgtEl>
                                        <p:attrNameLst>
                                          <p:attrName>ppt_y</p:attrName>
                                        </p:attrNameLst>
                                      </p:cBhvr>
                                      <p:tavLst>
                                        <p:tav tm="0">
                                          <p:val>
                                            <p:strVal val="1+#ppt_h/2"/>
                                          </p:val>
                                        </p:tav>
                                        <p:tav tm="100000">
                                          <p:val>
                                            <p:strVal val="#ppt_y"/>
                                          </p:val>
                                        </p:tav>
                                      </p:tavLst>
                                    </p:anim>
                                  </p:childTnLst>
                                </p:cTn>
                              </p:par>
                              <p:par>
                                <p:cTn id="24" presetID="5" presetClass="entr" presetSubtype="10"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checkerboard(across)">
                                      <p:cBhvr>
                                        <p:cTn id="26" dur="500"/>
                                        <p:tgtEl>
                                          <p:spTgt spid="22"/>
                                        </p:tgtEl>
                                      </p:cBhvr>
                                    </p:animEffect>
                                  </p:childTnLst>
                                </p:cTn>
                              </p:par>
                            </p:childTnLst>
                          </p:cTn>
                        </p:par>
                        <p:par>
                          <p:cTn id="27" fill="hold">
                            <p:stCondLst>
                              <p:cond delay="1500"/>
                            </p:stCondLst>
                            <p:childTnLst>
                              <p:par>
                                <p:cTn id="28" presetID="2" presetClass="entr" presetSubtype="4" fill="hold" grpId="0" nodeType="afterEffect">
                                  <p:stCondLst>
                                    <p:cond delay="0"/>
                                  </p:stCondLst>
                                  <p:childTnLst>
                                    <p:set>
                                      <p:cBhvr>
                                        <p:cTn id="29" dur="1" fill="hold">
                                          <p:stCondLst>
                                            <p:cond delay="0"/>
                                          </p:stCondLst>
                                        </p:cTn>
                                        <p:tgtEl>
                                          <p:spTgt spid="23"/>
                                        </p:tgtEl>
                                        <p:attrNameLst>
                                          <p:attrName>style.visibility</p:attrName>
                                        </p:attrNameLst>
                                      </p:cBhvr>
                                      <p:to>
                                        <p:strVal val="visible"/>
                                      </p:to>
                                    </p:set>
                                    <p:anim calcmode="lin" valueType="num">
                                      <p:cBhvr additive="base">
                                        <p:cTn id="30" dur="500" fill="hold"/>
                                        <p:tgtEl>
                                          <p:spTgt spid="23"/>
                                        </p:tgtEl>
                                        <p:attrNameLst>
                                          <p:attrName>ppt_x</p:attrName>
                                        </p:attrNameLst>
                                      </p:cBhvr>
                                      <p:tavLst>
                                        <p:tav tm="0">
                                          <p:val>
                                            <p:strVal val="#ppt_x"/>
                                          </p:val>
                                        </p:tav>
                                        <p:tav tm="100000">
                                          <p:val>
                                            <p:strVal val="#ppt_x"/>
                                          </p:val>
                                        </p:tav>
                                      </p:tavLst>
                                    </p:anim>
                                    <p:anim calcmode="lin" valueType="num">
                                      <p:cBhvr additive="base">
                                        <p:cTn id="31"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18" grpId="0"/>
      <p:bldP spid="19" grpId="0"/>
      <p:bldP spid="20" grpId="0"/>
      <p:bldP spid="21" grpId="0"/>
      <p:bldP spid="22" grpId="0"/>
      <p:bldP spid="23"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EEFB016-74D3-F7C0-B0AC-6912B4CA84A6}"/>
              </a:ext>
            </a:extLst>
          </p:cNvPr>
          <p:cNvSpPr txBox="1"/>
          <p:nvPr/>
        </p:nvSpPr>
        <p:spPr>
          <a:xfrm>
            <a:off x="2780445" y="1116158"/>
            <a:ext cx="5275333" cy="1862048"/>
          </a:xfrm>
          <a:prstGeom prst="rect">
            <a:avLst/>
          </a:prstGeom>
          <a:noFill/>
        </p:spPr>
        <p:txBody>
          <a:bodyPr wrap="square" rtlCol="0">
            <a:spAutoFit/>
          </a:bodyPr>
          <a:lstStyle/>
          <a:p>
            <a:pPr algn="dist"/>
            <a:r>
              <a:rPr kumimoji="1" lang="zh-CN" altLang="en-US" sz="8000" dirty="0">
                <a:gradFill flip="none" rotWithShape="1">
                  <a:gsLst>
                    <a:gs pos="0">
                      <a:srgbClr val="2D5293"/>
                    </a:gs>
                    <a:gs pos="100000">
                      <a:srgbClr val="1F3764"/>
                    </a:gs>
                  </a:gsLst>
                  <a:lin ang="2700000" scaled="1"/>
                  <a:tileRect/>
                </a:gradFill>
                <a:effectLst>
                  <a:outerShdw blurRad="76200" dist="1016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汇报</a:t>
            </a:r>
            <a:r>
              <a:rPr kumimoji="1" lang="zh-CN" altLang="en-US" sz="11500" dirty="0">
                <a:gradFill flip="none" rotWithShape="1">
                  <a:gsLst>
                    <a:gs pos="0">
                      <a:srgbClr val="2D5293"/>
                    </a:gs>
                    <a:gs pos="100000">
                      <a:srgbClr val="1F3764"/>
                    </a:gs>
                  </a:gsLst>
                  <a:lin ang="2700000" scaled="1"/>
                  <a:tileRect/>
                </a:gradFill>
                <a:effectLst>
                  <a:outerShdw blurRad="76200" dist="1016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结束</a:t>
            </a:r>
            <a:endParaRPr kumimoji="1" lang="zh-CN" altLang="en-US" sz="5400" dirty="0">
              <a:gradFill flip="none" rotWithShape="1">
                <a:gsLst>
                  <a:gs pos="0">
                    <a:srgbClr val="2D5293"/>
                  </a:gs>
                  <a:gs pos="100000">
                    <a:srgbClr val="1F3764"/>
                  </a:gs>
                </a:gsLst>
                <a:lin ang="2700000" scaled="1"/>
                <a:tileRect/>
              </a:gradFill>
              <a:effectLst>
                <a:outerShdw blurRad="76200" dist="101600" dir="2700000" algn="tl" rotWithShape="0">
                  <a:srgbClr val="1F3764">
                    <a:alpha val="20000"/>
                  </a:srgbClr>
                </a:outerShdw>
              </a:effectLst>
              <a:latin typeface="+mj-ea"/>
              <a:ea typeface="+mj-ea"/>
            </a:endParaRPr>
          </a:p>
        </p:txBody>
      </p:sp>
      <p:sp>
        <p:nvSpPr>
          <p:cNvPr id="3" name="任意形状 2">
            <a:extLst>
              <a:ext uri="{FF2B5EF4-FFF2-40B4-BE49-F238E27FC236}">
                <a16:creationId xmlns:a16="http://schemas.microsoft.com/office/drawing/2014/main" id="{5273039A-7CEE-35DE-2DB9-DBAACD84AD34}"/>
              </a:ext>
            </a:extLst>
          </p:cNvPr>
          <p:cNvSpPr/>
          <p:nvPr/>
        </p:nvSpPr>
        <p:spPr>
          <a:xfrm rot="10800000">
            <a:off x="10898211" y="6030730"/>
            <a:ext cx="889436" cy="525694"/>
          </a:xfrm>
          <a:custGeom>
            <a:avLst/>
            <a:gdLst>
              <a:gd name="connsiteX0" fmla="*/ 532792 w 979832"/>
              <a:gd name="connsiteY0" fmla="*/ 91441 h 579122"/>
              <a:gd name="connsiteX1" fmla="*/ 426720 w 979832"/>
              <a:gd name="connsiteY1" fmla="*/ 91441 h 579122"/>
              <a:gd name="connsiteX2" fmla="*/ 479756 w 979832"/>
              <a:gd name="connsiteY2" fmla="*/ 0 h 579122"/>
              <a:gd name="connsiteX3" fmla="*/ 979832 w 979832"/>
              <a:gd name="connsiteY3" fmla="*/ 91441 h 579122"/>
              <a:gd name="connsiteX4" fmla="*/ 873760 w 979832"/>
              <a:gd name="connsiteY4" fmla="*/ 91441 h 579122"/>
              <a:gd name="connsiteX5" fmla="*/ 926796 w 979832"/>
              <a:gd name="connsiteY5" fmla="*/ 0 h 579122"/>
              <a:gd name="connsiteX6" fmla="*/ 106072 w 979832"/>
              <a:gd name="connsiteY6" fmla="*/ 91442 h 579122"/>
              <a:gd name="connsiteX7" fmla="*/ 0 w 979832"/>
              <a:gd name="connsiteY7" fmla="*/ 91442 h 579122"/>
              <a:gd name="connsiteX8" fmla="*/ 53036 w 979832"/>
              <a:gd name="connsiteY8" fmla="*/ 1 h 579122"/>
              <a:gd name="connsiteX9" fmla="*/ 319432 w 979832"/>
              <a:gd name="connsiteY9" fmla="*/ 91442 h 579122"/>
              <a:gd name="connsiteX10" fmla="*/ 213360 w 979832"/>
              <a:gd name="connsiteY10" fmla="*/ 91442 h 579122"/>
              <a:gd name="connsiteX11" fmla="*/ 266396 w 979832"/>
              <a:gd name="connsiteY11" fmla="*/ 1 h 579122"/>
              <a:gd name="connsiteX12" fmla="*/ 756312 w 979832"/>
              <a:gd name="connsiteY12" fmla="*/ 91442 h 579122"/>
              <a:gd name="connsiteX13" fmla="*/ 650240 w 979832"/>
              <a:gd name="connsiteY13" fmla="*/ 91442 h 579122"/>
              <a:gd name="connsiteX14" fmla="*/ 703276 w 979832"/>
              <a:gd name="connsiteY14" fmla="*/ 1 h 579122"/>
              <a:gd name="connsiteX15" fmla="*/ 532792 w 979832"/>
              <a:gd name="connsiteY15" fmla="*/ 254001 h 579122"/>
              <a:gd name="connsiteX16" fmla="*/ 426720 w 979832"/>
              <a:gd name="connsiteY16" fmla="*/ 254001 h 579122"/>
              <a:gd name="connsiteX17" fmla="*/ 479756 w 979832"/>
              <a:gd name="connsiteY17" fmla="*/ 162560 h 579122"/>
              <a:gd name="connsiteX18" fmla="*/ 979832 w 979832"/>
              <a:gd name="connsiteY18" fmla="*/ 254001 h 579122"/>
              <a:gd name="connsiteX19" fmla="*/ 873760 w 979832"/>
              <a:gd name="connsiteY19" fmla="*/ 254001 h 579122"/>
              <a:gd name="connsiteX20" fmla="*/ 926796 w 979832"/>
              <a:gd name="connsiteY20" fmla="*/ 162560 h 579122"/>
              <a:gd name="connsiteX21" fmla="*/ 106072 w 979832"/>
              <a:gd name="connsiteY21" fmla="*/ 254002 h 579122"/>
              <a:gd name="connsiteX22" fmla="*/ 0 w 979832"/>
              <a:gd name="connsiteY22" fmla="*/ 254002 h 579122"/>
              <a:gd name="connsiteX23" fmla="*/ 53036 w 979832"/>
              <a:gd name="connsiteY23" fmla="*/ 162561 h 579122"/>
              <a:gd name="connsiteX24" fmla="*/ 319432 w 979832"/>
              <a:gd name="connsiteY24" fmla="*/ 254002 h 579122"/>
              <a:gd name="connsiteX25" fmla="*/ 213360 w 979832"/>
              <a:gd name="connsiteY25" fmla="*/ 254002 h 579122"/>
              <a:gd name="connsiteX26" fmla="*/ 266396 w 979832"/>
              <a:gd name="connsiteY26" fmla="*/ 162561 h 579122"/>
              <a:gd name="connsiteX27" fmla="*/ 756312 w 979832"/>
              <a:gd name="connsiteY27" fmla="*/ 254002 h 579122"/>
              <a:gd name="connsiteX28" fmla="*/ 650240 w 979832"/>
              <a:gd name="connsiteY28" fmla="*/ 254002 h 579122"/>
              <a:gd name="connsiteX29" fmla="*/ 703276 w 979832"/>
              <a:gd name="connsiteY29" fmla="*/ 162561 h 579122"/>
              <a:gd name="connsiteX30" fmla="*/ 532792 w 979832"/>
              <a:gd name="connsiteY30" fmla="*/ 416561 h 579122"/>
              <a:gd name="connsiteX31" fmla="*/ 426720 w 979832"/>
              <a:gd name="connsiteY31" fmla="*/ 416561 h 579122"/>
              <a:gd name="connsiteX32" fmla="*/ 479756 w 979832"/>
              <a:gd name="connsiteY32" fmla="*/ 325120 h 579122"/>
              <a:gd name="connsiteX33" fmla="*/ 979832 w 979832"/>
              <a:gd name="connsiteY33" fmla="*/ 416561 h 579122"/>
              <a:gd name="connsiteX34" fmla="*/ 873760 w 979832"/>
              <a:gd name="connsiteY34" fmla="*/ 416561 h 579122"/>
              <a:gd name="connsiteX35" fmla="*/ 926796 w 979832"/>
              <a:gd name="connsiteY35" fmla="*/ 325120 h 579122"/>
              <a:gd name="connsiteX36" fmla="*/ 106072 w 979832"/>
              <a:gd name="connsiteY36" fmla="*/ 416562 h 579122"/>
              <a:gd name="connsiteX37" fmla="*/ 0 w 979832"/>
              <a:gd name="connsiteY37" fmla="*/ 416562 h 579122"/>
              <a:gd name="connsiteX38" fmla="*/ 53036 w 979832"/>
              <a:gd name="connsiteY38" fmla="*/ 325121 h 579122"/>
              <a:gd name="connsiteX39" fmla="*/ 319432 w 979832"/>
              <a:gd name="connsiteY39" fmla="*/ 416562 h 579122"/>
              <a:gd name="connsiteX40" fmla="*/ 213360 w 979832"/>
              <a:gd name="connsiteY40" fmla="*/ 416562 h 579122"/>
              <a:gd name="connsiteX41" fmla="*/ 266396 w 979832"/>
              <a:gd name="connsiteY41" fmla="*/ 325121 h 579122"/>
              <a:gd name="connsiteX42" fmla="*/ 756312 w 979832"/>
              <a:gd name="connsiteY42" fmla="*/ 416562 h 579122"/>
              <a:gd name="connsiteX43" fmla="*/ 650240 w 979832"/>
              <a:gd name="connsiteY43" fmla="*/ 416562 h 579122"/>
              <a:gd name="connsiteX44" fmla="*/ 703276 w 979832"/>
              <a:gd name="connsiteY44" fmla="*/ 325121 h 579122"/>
              <a:gd name="connsiteX45" fmla="*/ 532792 w 979832"/>
              <a:gd name="connsiteY45" fmla="*/ 579121 h 579122"/>
              <a:gd name="connsiteX46" fmla="*/ 426720 w 979832"/>
              <a:gd name="connsiteY46" fmla="*/ 579121 h 579122"/>
              <a:gd name="connsiteX47" fmla="*/ 479756 w 979832"/>
              <a:gd name="connsiteY47" fmla="*/ 487680 h 579122"/>
              <a:gd name="connsiteX48" fmla="*/ 979832 w 979832"/>
              <a:gd name="connsiteY48" fmla="*/ 579121 h 579122"/>
              <a:gd name="connsiteX49" fmla="*/ 873760 w 979832"/>
              <a:gd name="connsiteY49" fmla="*/ 579121 h 579122"/>
              <a:gd name="connsiteX50" fmla="*/ 926796 w 979832"/>
              <a:gd name="connsiteY50" fmla="*/ 487680 h 579122"/>
              <a:gd name="connsiteX51" fmla="*/ 106072 w 979832"/>
              <a:gd name="connsiteY51" fmla="*/ 579122 h 579122"/>
              <a:gd name="connsiteX52" fmla="*/ 0 w 979832"/>
              <a:gd name="connsiteY52" fmla="*/ 579122 h 579122"/>
              <a:gd name="connsiteX53" fmla="*/ 53036 w 979832"/>
              <a:gd name="connsiteY53" fmla="*/ 487681 h 579122"/>
              <a:gd name="connsiteX54" fmla="*/ 319432 w 979832"/>
              <a:gd name="connsiteY54" fmla="*/ 579122 h 579122"/>
              <a:gd name="connsiteX55" fmla="*/ 213360 w 979832"/>
              <a:gd name="connsiteY55" fmla="*/ 579122 h 579122"/>
              <a:gd name="connsiteX56" fmla="*/ 266396 w 979832"/>
              <a:gd name="connsiteY56" fmla="*/ 487681 h 579122"/>
              <a:gd name="connsiteX57" fmla="*/ 756312 w 979832"/>
              <a:gd name="connsiteY57" fmla="*/ 579122 h 579122"/>
              <a:gd name="connsiteX58" fmla="*/ 650240 w 979832"/>
              <a:gd name="connsiteY58" fmla="*/ 579122 h 579122"/>
              <a:gd name="connsiteX59" fmla="*/ 703276 w 979832"/>
              <a:gd name="connsiteY59" fmla="*/ 487681 h 579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9832" h="579122">
                <a:moveTo>
                  <a:pt x="532792" y="91441"/>
                </a:moveTo>
                <a:lnTo>
                  <a:pt x="426720" y="91441"/>
                </a:lnTo>
                <a:lnTo>
                  <a:pt x="479756" y="0"/>
                </a:lnTo>
                <a:close/>
                <a:moveTo>
                  <a:pt x="979832" y="91441"/>
                </a:moveTo>
                <a:lnTo>
                  <a:pt x="873760" y="91441"/>
                </a:lnTo>
                <a:lnTo>
                  <a:pt x="926796" y="0"/>
                </a:lnTo>
                <a:close/>
                <a:moveTo>
                  <a:pt x="106072" y="91442"/>
                </a:moveTo>
                <a:lnTo>
                  <a:pt x="0" y="91442"/>
                </a:lnTo>
                <a:lnTo>
                  <a:pt x="53036" y="1"/>
                </a:lnTo>
                <a:close/>
                <a:moveTo>
                  <a:pt x="319432" y="91442"/>
                </a:moveTo>
                <a:lnTo>
                  <a:pt x="213360" y="91442"/>
                </a:lnTo>
                <a:lnTo>
                  <a:pt x="266396" y="1"/>
                </a:lnTo>
                <a:close/>
                <a:moveTo>
                  <a:pt x="756312" y="91442"/>
                </a:moveTo>
                <a:lnTo>
                  <a:pt x="650240" y="91442"/>
                </a:lnTo>
                <a:lnTo>
                  <a:pt x="703276" y="1"/>
                </a:lnTo>
                <a:close/>
                <a:moveTo>
                  <a:pt x="532792" y="254001"/>
                </a:moveTo>
                <a:lnTo>
                  <a:pt x="426720" y="254001"/>
                </a:lnTo>
                <a:lnTo>
                  <a:pt x="479756" y="162560"/>
                </a:lnTo>
                <a:close/>
                <a:moveTo>
                  <a:pt x="979832" y="254001"/>
                </a:moveTo>
                <a:lnTo>
                  <a:pt x="873760" y="254001"/>
                </a:lnTo>
                <a:lnTo>
                  <a:pt x="926796" y="162560"/>
                </a:lnTo>
                <a:close/>
                <a:moveTo>
                  <a:pt x="106072" y="254002"/>
                </a:moveTo>
                <a:lnTo>
                  <a:pt x="0" y="254002"/>
                </a:lnTo>
                <a:lnTo>
                  <a:pt x="53036" y="162561"/>
                </a:lnTo>
                <a:close/>
                <a:moveTo>
                  <a:pt x="319432" y="254002"/>
                </a:moveTo>
                <a:lnTo>
                  <a:pt x="213360" y="254002"/>
                </a:lnTo>
                <a:lnTo>
                  <a:pt x="266396" y="162561"/>
                </a:lnTo>
                <a:close/>
                <a:moveTo>
                  <a:pt x="756312" y="254002"/>
                </a:moveTo>
                <a:lnTo>
                  <a:pt x="650240" y="254002"/>
                </a:lnTo>
                <a:lnTo>
                  <a:pt x="703276" y="162561"/>
                </a:lnTo>
                <a:close/>
                <a:moveTo>
                  <a:pt x="532792" y="416561"/>
                </a:moveTo>
                <a:lnTo>
                  <a:pt x="426720" y="416561"/>
                </a:lnTo>
                <a:lnTo>
                  <a:pt x="479756" y="325120"/>
                </a:lnTo>
                <a:close/>
                <a:moveTo>
                  <a:pt x="979832" y="416561"/>
                </a:moveTo>
                <a:lnTo>
                  <a:pt x="873760" y="416561"/>
                </a:lnTo>
                <a:lnTo>
                  <a:pt x="926796" y="325120"/>
                </a:lnTo>
                <a:close/>
                <a:moveTo>
                  <a:pt x="106072" y="416562"/>
                </a:moveTo>
                <a:lnTo>
                  <a:pt x="0" y="416562"/>
                </a:lnTo>
                <a:lnTo>
                  <a:pt x="53036" y="325121"/>
                </a:lnTo>
                <a:close/>
                <a:moveTo>
                  <a:pt x="319432" y="416562"/>
                </a:moveTo>
                <a:lnTo>
                  <a:pt x="213360" y="416562"/>
                </a:lnTo>
                <a:lnTo>
                  <a:pt x="266396" y="325121"/>
                </a:lnTo>
                <a:close/>
                <a:moveTo>
                  <a:pt x="756312" y="416562"/>
                </a:moveTo>
                <a:lnTo>
                  <a:pt x="650240" y="416562"/>
                </a:lnTo>
                <a:lnTo>
                  <a:pt x="703276" y="325121"/>
                </a:lnTo>
                <a:close/>
                <a:moveTo>
                  <a:pt x="532792" y="579121"/>
                </a:moveTo>
                <a:lnTo>
                  <a:pt x="426720" y="579121"/>
                </a:lnTo>
                <a:lnTo>
                  <a:pt x="479756" y="487680"/>
                </a:lnTo>
                <a:close/>
                <a:moveTo>
                  <a:pt x="979832" y="579121"/>
                </a:moveTo>
                <a:lnTo>
                  <a:pt x="873760" y="579121"/>
                </a:lnTo>
                <a:lnTo>
                  <a:pt x="926796" y="487680"/>
                </a:lnTo>
                <a:close/>
                <a:moveTo>
                  <a:pt x="106072" y="579122"/>
                </a:moveTo>
                <a:lnTo>
                  <a:pt x="0" y="579122"/>
                </a:lnTo>
                <a:lnTo>
                  <a:pt x="53036" y="487681"/>
                </a:lnTo>
                <a:close/>
                <a:moveTo>
                  <a:pt x="319432" y="579122"/>
                </a:moveTo>
                <a:lnTo>
                  <a:pt x="213360" y="579122"/>
                </a:lnTo>
                <a:lnTo>
                  <a:pt x="266396" y="487681"/>
                </a:lnTo>
                <a:close/>
                <a:moveTo>
                  <a:pt x="756312" y="579122"/>
                </a:moveTo>
                <a:lnTo>
                  <a:pt x="650240" y="579122"/>
                </a:lnTo>
                <a:lnTo>
                  <a:pt x="703276" y="48768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4" name="文本框 3">
            <a:extLst>
              <a:ext uri="{FF2B5EF4-FFF2-40B4-BE49-F238E27FC236}">
                <a16:creationId xmlns:a16="http://schemas.microsoft.com/office/drawing/2014/main" id="{302C7926-0360-5929-0C44-128A8727137A}"/>
              </a:ext>
            </a:extLst>
          </p:cNvPr>
          <p:cNvSpPr txBox="1"/>
          <p:nvPr/>
        </p:nvSpPr>
        <p:spPr>
          <a:xfrm>
            <a:off x="2910687" y="2888681"/>
            <a:ext cx="2886198" cy="711220"/>
          </a:xfrm>
          <a:prstGeom prst="rect">
            <a:avLst/>
          </a:prstGeom>
          <a:noFill/>
        </p:spPr>
        <p:txBody>
          <a:bodyPr wrap="square" rtlCol="0">
            <a:spAutoFit/>
          </a:bodyPr>
          <a:lstStyle/>
          <a:p>
            <a:pPr>
              <a:lnSpc>
                <a:spcPct val="150000"/>
              </a:lnSpc>
            </a:pPr>
            <a:r>
              <a:rPr kumimoji="1" lang="en" altLang="zh-CN" sz="700" dirty="0">
                <a:solidFill>
                  <a:schemeClr val="bg1"/>
                </a:solidFill>
                <a:latin typeface="+mn-ea"/>
              </a:rPr>
              <a:t>YOUR CONTENT IS ENTERED HERE, OR BY COPYING YOUR TEXT, SELECT PASTE IN THIS BOX AND CHOOSE TO RETAIN ONLY TEXT. YOUR CONTENT IS TYPED HERE, OR BY COPYING YOUR TEXT, SELECT PASTE IN THIS BOX.</a:t>
            </a:r>
          </a:p>
        </p:txBody>
      </p:sp>
      <p:sp>
        <p:nvSpPr>
          <p:cNvPr id="5" name="文本框 4">
            <a:extLst>
              <a:ext uri="{FF2B5EF4-FFF2-40B4-BE49-F238E27FC236}">
                <a16:creationId xmlns:a16="http://schemas.microsoft.com/office/drawing/2014/main" id="{240B6BCC-000F-0AF3-D708-36E5B1B27F3C}"/>
              </a:ext>
            </a:extLst>
          </p:cNvPr>
          <p:cNvSpPr txBox="1"/>
          <p:nvPr/>
        </p:nvSpPr>
        <p:spPr>
          <a:xfrm>
            <a:off x="1663198" y="3842408"/>
            <a:ext cx="9290074" cy="1446550"/>
          </a:xfrm>
          <a:prstGeom prst="rect">
            <a:avLst/>
          </a:prstGeom>
          <a:noFill/>
        </p:spPr>
        <p:txBody>
          <a:bodyPr wrap="square" rtlCol="0">
            <a:spAutoFit/>
          </a:bodyPr>
          <a:lstStyle/>
          <a:p>
            <a:pPr algn="dist"/>
            <a:r>
              <a:rPr kumimoji="1" lang="en-US" altLang="zh-CN" sz="8800" dirty="0">
                <a:gradFill flip="none" rotWithShape="1">
                  <a:gsLst>
                    <a:gs pos="45000">
                      <a:schemeClr val="bg1"/>
                    </a:gs>
                    <a:gs pos="64000">
                      <a:schemeClr val="bg1">
                        <a:alpha val="0"/>
                      </a:schemeClr>
                    </a:gs>
                  </a:gsLst>
                  <a:lin ang="5400000" scaled="1"/>
                  <a:tileRect/>
                </a:gradFill>
                <a:latin typeface="ZhenyanGB" panose="02010600030101010101" pitchFamily="2" charset="-122"/>
                <a:ea typeface="ZhenyanGB" panose="02010600030101010101" pitchFamily="2" charset="-122"/>
              </a:rPr>
              <a:t>2O2X</a:t>
            </a:r>
            <a:r>
              <a:rPr kumimoji="1" lang="zh-CN" altLang="en-US" sz="8800" dirty="0">
                <a:gradFill flip="none" rotWithShape="1">
                  <a:gsLst>
                    <a:gs pos="45000">
                      <a:schemeClr val="bg1"/>
                    </a:gs>
                    <a:gs pos="64000">
                      <a:schemeClr val="bg1">
                        <a:alpha val="0"/>
                      </a:schemeClr>
                    </a:gs>
                  </a:gsLst>
                  <a:lin ang="5400000" scaled="1"/>
                  <a:tileRect/>
                </a:gradFill>
                <a:latin typeface="ZhenyanGB" panose="02010600030101010101" pitchFamily="2" charset="-122"/>
                <a:ea typeface="ZhenyanGB" panose="02010600030101010101" pitchFamily="2" charset="-122"/>
              </a:rPr>
              <a:t> </a:t>
            </a:r>
            <a:r>
              <a:rPr kumimoji="1" lang="en-US" altLang="zh-CN" sz="8800" dirty="0">
                <a:gradFill flip="none" rotWithShape="1">
                  <a:gsLst>
                    <a:gs pos="45000">
                      <a:schemeClr val="bg1"/>
                    </a:gs>
                    <a:gs pos="64000">
                      <a:schemeClr val="bg1">
                        <a:alpha val="0"/>
                      </a:schemeClr>
                    </a:gs>
                  </a:gsLst>
                  <a:lin ang="5400000" scaled="1"/>
                  <a:tileRect/>
                </a:gradFill>
                <a:latin typeface="ZhenyanGB" panose="02010600030101010101" pitchFamily="2" charset="-122"/>
                <a:ea typeface="ZhenyanGB" panose="02010600030101010101" pitchFamily="2" charset="-122"/>
              </a:rPr>
              <a:t>BUSINESS</a:t>
            </a:r>
            <a:endParaRPr kumimoji="1" lang="zh-CN" altLang="en-US" sz="8800" dirty="0">
              <a:gradFill flip="none" rotWithShape="1">
                <a:gsLst>
                  <a:gs pos="45000">
                    <a:schemeClr val="bg1"/>
                  </a:gs>
                  <a:gs pos="64000">
                    <a:schemeClr val="bg1">
                      <a:alpha val="0"/>
                    </a:schemeClr>
                  </a:gs>
                </a:gsLst>
                <a:lin ang="5400000" scaled="1"/>
                <a:tileRect/>
              </a:gradFill>
              <a:latin typeface="ZhenyanGB" panose="02010600030101010101" pitchFamily="2" charset="-122"/>
              <a:ea typeface="ZhenyanGB" panose="02010600030101010101" pitchFamily="2" charset="-122"/>
            </a:endParaRPr>
          </a:p>
        </p:txBody>
      </p:sp>
      <p:grpSp>
        <p:nvGrpSpPr>
          <p:cNvPr id="6" name="组合 5">
            <a:extLst>
              <a:ext uri="{FF2B5EF4-FFF2-40B4-BE49-F238E27FC236}">
                <a16:creationId xmlns:a16="http://schemas.microsoft.com/office/drawing/2014/main" id="{F07F52EC-B53A-AE02-00B1-E8FD0EEADA52}"/>
              </a:ext>
            </a:extLst>
          </p:cNvPr>
          <p:cNvGrpSpPr/>
          <p:nvPr/>
        </p:nvGrpSpPr>
        <p:grpSpPr>
          <a:xfrm>
            <a:off x="0" y="0"/>
            <a:ext cx="2912094" cy="6858010"/>
            <a:chOff x="0" y="0"/>
            <a:chExt cx="2912094" cy="6858010"/>
          </a:xfrm>
        </p:grpSpPr>
        <p:sp>
          <p:nvSpPr>
            <p:cNvPr id="7" name="任意形状 6">
              <a:extLst>
                <a:ext uri="{FF2B5EF4-FFF2-40B4-BE49-F238E27FC236}">
                  <a16:creationId xmlns:a16="http://schemas.microsoft.com/office/drawing/2014/main" id="{E0A061A5-614E-C31C-7886-3B650F235A30}"/>
                </a:ext>
              </a:extLst>
            </p:cNvPr>
            <p:cNvSpPr/>
            <p:nvPr/>
          </p:nvSpPr>
          <p:spPr>
            <a:xfrm rot="5400000">
              <a:off x="-1932286" y="2098335"/>
              <a:ext cx="6858000" cy="2661340"/>
            </a:xfrm>
            <a:custGeom>
              <a:avLst/>
              <a:gdLst>
                <a:gd name="connsiteX0" fmla="*/ 0 w 6858000"/>
                <a:gd name="connsiteY0" fmla="*/ 3657600 h 3657600"/>
                <a:gd name="connsiteX1" fmla="*/ 0 w 6858000"/>
                <a:gd name="connsiteY1" fmla="*/ 0 h 3657600"/>
                <a:gd name="connsiteX2" fmla="*/ 6858000 w 6858000"/>
                <a:gd name="connsiteY2" fmla="*/ 2992582 h 3657600"/>
                <a:gd name="connsiteX3" fmla="*/ 6858000 w 6858000"/>
                <a:gd name="connsiteY3" fmla="*/ 3657600 h 3657600"/>
              </a:gdLst>
              <a:ahLst/>
              <a:cxnLst>
                <a:cxn ang="0">
                  <a:pos x="connsiteX0" y="connsiteY0"/>
                </a:cxn>
                <a:cxn ang="0">
                  <a:pos x="connsiteX1" y="connsiteY1"/>
                </a:cxn>
                <a:cxn ang="0">
                  <a:pos x="connsiteX2" y="connsiteY2"/>
                </a:cxn>
                <a:cxn ang="0">
                  <a:pos x="connsiteX3" y="connsiteY3"/>
                </a:cxn>
              </a:cxnLst>
              <a:rect l="l" t="t" r="r" b="b"/>
              <a:pathLst>
                <a:path w="6858000" h="3657600">
                  <a:moveTo>
                    <a:pt x="0" y="3657600"/>
                  </a:moveTo>
                  <a:lnTo>
                    <a:pt x="0" y="0"/>
                  </a:lnTo>
                  <a:lnTo>
                    <a:pt x="6858000" y="2992582"/>
                  </a:lnTo>
                  <a:lnTo>
                    <a:pt x="6858000" y="365760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8" name="任意形状 7">
              <a:extLst>
                <a:ext uri="{FF2B5EF4-FFF2-40B4-BE49-F238E27FC236}">
                  <a16:creationId xmlns:a16="http://schemas.microsoft.com/office/drawing/2014/main" id="{D5AEEA24-80EF-08D8-0563-8923E70B0CDE}"/>
                </a:ext>
              </a:extLst>
            </p:cNvPr>
            <p:cNvSpPr/>
            <p:nvPr/>
          </p:nvSpPr>
          <p:spPr>
            <a:xfrm rot="5400000">
              <a:off x="-2320108" y="2320113"/>
              <a:ext cx="6858000" cy="2217783"/>
            </a:xfrm>
            <a:custGeom>
              <a:avLst/>
              <a:gdLst>
                <a:gd name="connsiteX0" fmla="*/ 0 w 6858000"/>
                <a:gd name="connsiteY0" fmla="*/ 3048000 h 3048000"/>
                <a:gd name="connsiteX1" fmla="*/ 0 w 6858000"/>
                <a:gd name="connsiteY1" fmla="*/ 0 h 3048000"/>
                <a:gd name="connsiteX2" fmla="*/ 6858000 w 6858000"/>
                <a:gd name="connsiteY2" fmla="*/ 2400700 h 3048000"/>
                <a:gd name="connsiteX3" fmla="*/ 6858000 w 6858000"/>
                <a:gd name="connsiteY3" fmla="*/ 3048000 h 3048000"/>
              </a:gdLst>
              <a:ahLst/>
              <a:cxnLst>
                <a:cxn ang="0">
                  <a:pos x="connsiteX0" y="connsiteY0"/>
                </a:cxn>
                <a:cxn ang="0">
                  <a:pos x="connsiteX1" y="connsiteY1"/>
                </a:cxn>
                <a:cxn ang="0">
                  <a:pos x="connsiteX2" y="connsiteY2"/>
                </a:cxn>
                <a:cxn ang="0">
                  <a:pos x="connsiteX3" y="connsiteY3"/>
                </a:cxn>
              </a:cxnLst>
              <a:rect l="l" t="t" r="r" b="b"/>
              <a:pathLst>
                <a:path w="6858000" h="3048000">
                  <a:moveTo>
                    <a:pt x="0" y="3048000"/>
                  </a:moveTo>
                  <a:lnTo>
                    <a:pt x="0" y="0"/>
                  </a:lnTo>
                  <a:lnTo>
                    <a:pt x="6858000" y="2400700"/>
                  </a:lnTo>
                  <a:lnTo>
                    <a:pt x="6858000" y="3048000"/>
                  </a:lnTo>
                  <a:close/>
                </a:path>
              </a:pathLst>
            </a:custGeom>
            <a:gradFill>
              <a:gsLst>
                <a:gs pos="0">
                  <a:schemeClr val="accent1">
                    <a:lumMod val="75000"/>
                  </a:schemeClr>
                </a:gs>
                <a:gs pos="100000">
                  <a:schemeClr val="accent1">
                    <a:lumMod val="5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9" name="任意形状 8">
              <a:extLst>
                <a:ext uri="{FF2B5EF4-FFF2-40B4-BE49-F238E27FC236}">
                  <a16:creationId xmlns:a16="http://schemas.microsoft.com/office/drawing/2014/main" id="{1842AF22-E285-EC97-1D97-40D655DD1B0A}"/>
                </a:ext>
              </a:extLst>
            </p:cNvPr>
            <p:cNvSpPr/>
            <p:nvPr/>
          </p:nvSpPr>
          <p:spPr>
            <a:xfrm rot="5400000">
              <a:off x="-2563838" y="2564069"/>
              <a:ext cx="6858010" cy="1729872"/>
            </a:xfrm>
            <a:custGeom>
              <a:avLst/>
              <a:gdLst>
                <a:gd name="connsiteX0" fmla="*/ 0 w 6858010"/>
                <a:gd name="connsiteY0" fmla="*/ 2377442 h 2377442"/>
                <a:gd name="connsiteX1" fmla="*/ 0 w 6858010"/>
                <a:gd name="connsiteY1" fmla="*/ 1626345 h 2377442"/>
                <a:gd name="connsiteX2" fmla="*/ 1869932 w 6858010"/>
                <a:gd name="connsiteY2" fmla="*/ 0 h 2377442"/>
                <a:gd name="connsiteX3" fmla="*/ 6858010 w 6858010"/>
                <a:gd name="connsiteY3" fmla="*/ 2377442 h 2377442"/>
              </a:gdLst>
              <a:ahLst/>
              <a:cxnLst>
                <a:cxn ang="0">
                  <a:pos x="connsiteX0" y="connsiteY0"/>
                </a:cxn>
                <a:cxn ang="0">
                  <a:pos x="connsiteX1" y="connsiteY1"/>
                </a:cxn>
                <a:cxn ang="0">
                  <a:pos x="connsiteX2" y="connsiteY2"/>
                </a:cxn>
                <a:cxn ang="0">
                  <a:pos x="connsiteX3" y="connsiteY3"/>
                </a:cxn>
              </a:cxnLst>
              <a:rect l="l" t="t" r="r" b="b"/>
              <a:pathLst>
                <a:path w="6858010" h="2377442">
                  <a:moveTo>
                    <a:pt x="0" y="2377442"/>
                  </a:moveTo>
                  <a:lnTo>
                    <a:pt x="0" y="1626345"/>
                  </a:lnTo>
                  <a:lnTo>
                    <a:pt x="1869932" y="0"/>
                  </a:lnTo>
                  <a:lnTo>
                    <a:pt x="6858010" y="2377442"/>
                  </a:lnTo>
                  <a:close/>
                </a:path>
              </a:pathLst>
            </a:cu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pic>
          <p:nvPicPr>
            <p:cNvPr id="10" name="图片 9">
              <a:extLst>
                <a:ext uri="{FF2B5EF4-FFF2-40B4-BE49-F238E27FC236}">
                  <a16:creationId xmlns:a16="http://schemas.microsoft.com/office/drawing/2014/main" id="{E6FD2D7F-0EF8-128E-2ECE-C22FC05E46F5}"/>
                </a:ext>
              </a:extLst>
            </p:cNvPr>
            <p:cNvPicPr>
              <a:picLocks noChangeAspect="1"/>
            </p:cNvPicPr>
            <p:nvPr/>
          </p:nvPicPr>
          <p:blipFill>
            <a:blip r:embed="rId4"/>
            <a:stretch>
              <a:fillRect/>
            </a:stretch>
          </p:blipFill>
          <p:spPr>
            <a:xfrm>
              <a:off x="2486644" y="3587750"/>
              <a:ext cx="425450" cy="1174750"/>
            </a:xfrm>
            <a:prstGeom prst="rect">
              <a:avLst/>
            </a:prstGeom>
          </p:spPr>
        </p:pic>
      </p:grpSp>
      <p:sp>
        <p:nvSpPr>
          <p:cNvPr id="11" name="文本框 10">
            <a:extLst>
              <a:ext uri="{FF2B5EF4-FFF2-40B4-BE49-F238E27FC236}">
                <a16:creationId xmlns:a16="http://schemas.microsoft.com/office/drawing/2014/main" id="{6A264F10-B3A2-EE0C-13F0-6D7A1B9CB747}"/>
              </a:ext>
            </a:extLst>
          </p:cNvPr>
          <p:cNvSpPr txBox="1"/>
          <p:nvPr/>
        </p:nvSpPr>
        <p:spPr>
          <a:xfrm>
            <a:off x="5622878" y="2186858"/>
            <a:ext cx="5275333" cy="1862048"/>
          </a:xfrm>
          <a:prstGeom prst="rect">
            <a:avLst/>
          </a:prstGeom>
          <a:noFill/>
        </p:spPr>
        <p:txBody>
          <a:bodyPr wrap="square" rtlCol="0">
            <a:spAutoFit/>
          </a:bodyPr>
          <a:lstStyle/>
          <a:p>
            <a:pPr algn="dist"/>
            <a:r>
              <a:rPr kumimoji="1" lang="zh-CN" altLang="en-US" sz="8000" dirty="0">
                <a:gradFill flip="none" rotWithShape="1">
                  <a:gsLst>
                    <a:gs pos="0">
                      <a:srgbClr val="2D5293"/>
                    </a:gs>
                    <a:gs pos="100000">
                      <a:srgbClr val="1F3764"/>
                    </a:gs>
                  </a:gsLst>
                  <a:lin ang="2700000" scaled="1"/>
                  <a:tileRect/>
                </a:gradFill>
                <a:effectLst>
                  <a:outerShdw blurRad="76200" dist="1016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感谢</a:t>
            </a:r>
            <a:r>
              <a:rPr kumimoji="1" lang="zh-CN" altLang="en-US" sz="11500" dirty="0">
                <a:gradFill flip="none" rotWithShape="1">
                  <a:gsLst>
                    <a:gs pos="0">
                      <a:srgbClr val="2D5293"/>
                    </a:gs>
                    <a:gs pos="100000">
                      <a:srgbClr val="1F3764"/>
                    </a:gs>
                  </a:gsLst>
                  <a:lin ang="2700000" scaled="1"/>
                  <a:tileRect/>
                </a:gradFill>
                <a:effectLst>
                  <a:outerShdw blurRad="76200" dist="101600" dir="2700000" algn="tl" rotWithShape="0">
                    <a:srgbClr val="1F3764">
                      <a:alpha val="20000"/>
                    </a:srgbClr>
                  </a:outerShdw>
                </a:effectLst>
                <a:latin typeface="Source Han Serif CN Heavy" panose="02020700000000000000" pitchFamily="18" charset="-128"/>
                <a:ea typeface="Source Han Serif CN Heavy" panose="02020700000000000000" pitchFamily="18" charset="-128"/>
              </a:rPr>
              <a:t>聆听</a:t>
            </a:r>
            <a:endParaRPr kumimoji="1" lang="zh-CN" altLang="en-US" sz="5400" dirty="0">
              <a:gradFill flip="none" rotWithShape="1">
                <a:gsLst>
                  <a:gs pos="0">
                    <a:srgbClr val="2D5293"/>
                  </a:gs>
                  <a:gs pos="100000">
                    <a:srgbClr val="1F3764"/>
                  </a:gs>
                </a:gsLst>
                <a:lin ang="2700000" scaled="1"/>
                <a:tileRect/>
              </a:gradFill>
              <a:effectLst>
                <a:outerShdw blurRad="76200" dist="101600" dir="2700000" algn="tl" rotWithShape="0">
                  <a:srgbClr val="1F3764">
                    <a:alpha val="20000"/>
                  </a:srgbClr>
                </a:outerShdw>
              </a:effectLst>
              <a:latin typeface="+mj-ea"/>
              <a:ea typeface="+mj-ea"/>
            </a:endParaRPr>
          </a:p>
        </p:txBody>
      </p:sp>
      <p:grpSp>
        <p:nvGrpSpPr>
          <p:cNvPr id="12" name="组合 11">
            <a:extLst>
              <a:ext uri="{FF2B5EF4-FFF2-40B4-BE49-F238E27FC236}">
                <a16:creationId xmlns:a16="http://schemas.microsoft.com/office/drawing/2014/main" id="{23A53021-61F1-3100-5455-8A66AC8030B3}"/>
              </a:ext>
            </a:extLst>
          </p:cNvPr>
          <p:cNvGrpSpPr/>
          <p:nvPr/>
        </p:nvGrpSpPr>
        <p:grpSpPr>
          <a:xfrm>
            <a:off x="8231073" y="1099112"/>
            <a:ext cx="2723823" cy="1241273"/>
            <a:chOff x="8305193" y="-2251881"/>
            <a:chExt cx="2723823" cy="1241273"/>
          </a:xfrm>
        </p:grpSpPr>
        <p:sp>
          <p:nvSpPr>
            <p:cNvPr id="13" name="文本框 12">
              <a:extLst>
                <a:ext uri="{FF2B5EF4-FFF2-40B4-BE49-F238E27FC236}">
                  <a16:creationId xmlns:a16="http://schemas.microsoft.com/office/drawing/2014/main" id="{EB3DC2E6-7C7F-38A4-8707-0137FEA21575}"/>
                </a:ext>
              </a:extLst>
            </p:cNvPr>
            <p:cNvSpPr txBox="1"/>
            <p:nvPr/>
          </p:nvSpPr>
          <p:spPr>
            <a:xfrm>
              <a:off x="8305193" y="-2251881"/>
              <a:ext cx="2723823" cy="1200329"/>
            </a:xfrm>
            <a:prstGeom prst="rect">
              <a:avLst/>
            </a:prstGeom>
            <a:noFill/>
          </p:spPr>
          <p:txBody>
            <a:bodyPr wrap="none" rtlCol="0">
              <a:spAutoFit/>
            </a:bodyPr>
            <a:lstStyle/>
            <a:p>
              <a:r>
                <a:rPr kumimoji="1" lang="en-US" altLang="zh-CN" sz="7200" dirty="0">
                  <a:solidFill>
                    <a:schemeClr val="bg1"/>
                  </a:solidFill>
                  <a:latin typeface="思源宋体 CN Heavy" panose="02020900000000000000" pitchFamily="18" charset="-122"/>
                  <a:ea typeface="思源宋体 CN Heavy" panose="02020900000000000000" pitchFamily="18" charset="-122"/>
                </a:rPr>
                <a:t>2O2X</a:t>
              </a:r>
              <a:endParaRPr kumimoji="1" lang="zh-CN" altLang="en-US" sz="7200" dirty="0">
                <a:solidFill>
                  <a:schemeClr val="bg1"/>
                </a:solidFill>
                <a:latin typeface="思源宋体 CN Heavy" panose="02020900000000000000" pitchFamily="18" charset="-122"/>
                <a:ea typeface="思源宋体 CN Heavy" panose="02020900000000000000" pitchFamily="18" charset="-122"/>
              </a:endParaRPr>
            </a:p>
          </p:txBody>
        </p:sp>
        <p:sp>
          <p:nvSpPr>
            <p:cNvPr id="14" name="文本框 13">
              <a:extLst>
                <a:ext uri="{FF2B5EF4-FFF2-40B4-BE49-F238E27FC236}">
                  <a16:creationId xmlns:a16="http://schemas.microsoft.com/office/drawing/2014/main" id="{361BF03B-28AA-E638-675A-D03654272807}"/>
                </a:ext>
              </a:extLst>
            </p:cNvPr>
            <p:cNvSpPr txBox="1"/>
            <p:nvPr/>
          </p:nvSpPr>
          <p:spPr>
            <a:xfrm>
              <a:off x="8400571" y="-1325348"/>
              <a:ext cx="2180406" cy="314740"/>
            </a:xfrm>
            <a:prstGeom prst="rect">
              <a:avLst/>
            </a:prstGeom>
            <a:noFill/>
          </p:spPr>
          <p:txBody>
            <a:bodyPr wrap="square" rtlCol="0">
              <a:spAutoFit/>
            </a:bodyPr>
            <a:lstStyle/>
            <a:p>
              <a:pPr algn="dist"/>
              <a:r>
                <a:rPr kumimoji="1" lang="en-US" altLang="zh-CN" sz="1400" dirty="0">
                  <a:solidFill>
                    <a:schemeClr val="bg1"/>
                  </a:solidFill>
                  <a:latin typeface="+mn-ea"/>
                </a:rPr>
                <a:t>BUSINESS</a:t>
              </a:r>
              <a:r>
                <a:rPr kumimoji="1" lang="zh-CN" altLang="en-US" sz="1400" dirty="0">
                  <a:solidFill>
                    <a:schemeClr val="bg1"/>
                  </a:solidFill>
                  <a:latin typeface="+mn-ea"/>
                </a:rPr>
                <a:t> </a:t>
              </a:r>
              <a:r>
                <a:rPr kumimoji="1" lang="en-US" altLang="zh-CN" sz="1400" dirty="0">
                  <a:solidFill>
                    <a:schemeClr val="bg1"/>
                  </a:solidFill>
                  <a:latin typeface="+mn-ea"/>
                </a:rPr>
                <a:t>ANNUAL</a:t>
              </a:r>
              <a:endParaRPr kumimoji="1" lang="zh-CN" altLang="en-US" sz="1400" dirty="0">
                <a:solidFill>
                  <a:schemeClr val="bg1"/>
                </a:solidFill>
                <a:latin typeface="+mn-ea"/>
              </a:endParaRPr>
            </a:p>
          </p:txBody>
        </p:sp>
      </p:grpSp>
    </p:spTree>
    <p:extLst>
      <p:ext uri="{BB962C8B-B14F-4D97-AF65-F5344CB8AC3E}">
        <p14:creationId xmlns:p14="http://schemas.microsoft.com/office/powerpoint/2010/main" val="5339900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dissolve">
                                      <p:cBhvr>
                                        <p:cTn id="15" dur="500"/>
                                        <p:tgtEl>
                                          <p:spTgt spid="12"/>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ssolv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563048" y="3933056"/>
            <a:ext cx="7263527" cy="877100"/>
          </a:xfrm>
          <a:prstGeom prst="rect">
            <a:avLst/>
          </a:prstGeom>
        </p:spPr>
        <p:txBody>
          <a:bodyPr wrap="none">
            <a:spAutoFit/>
          </a:bodyPr>
          <a:lstStyle/>
          <a:p>
            <a:pPr marL="342900" indent="-342900" algn="ctr" fontAlgn="base">
              <a:lnSpc>
                <a:spcPct val="110000"/>
              </a:lnSpc>
              <a:spcBef>
                <a:spcPct val="0"/>
              </a:spcBef>
              <a:spcAft>
                <a:spcPct val="0"/>
              </a:spcAft>
            </a:pPr>
            <a:r>
              <a:rPr lang="zh-CN" altLang="en-US" sz="2400" kern="0" dirty="0">
                <a:solidFill>
                  <a:srgbClr val="FFC000"/>
                </a:solidFill>
                <a:latin typeface="汉仪中圆简" panose="02010609000101010101" pitchFamily="49" charset="-122"/>
                <a:ea typeface="汉仪中圆简" panose="02010609000101010101" pitchFamily="49" charset="-122"/>
              </a:rPr>
              <a:t>素材授权</a:t>
            </a:r>
            <a:r>
              <a:rPr lang="en-US" altLang="zh-CN" sz="2400" kern="0" dirty="0">
                <a:solidFill>
                  <a:srgbClr val="FFC000"/>
                </a:solidFill>
                <a:latin typeface="汉仪中圆简" panose="02010609000101010101" pitchFamily="49" charset="-122"/>
                <a:ea typeface="汉仪中圆简" panose="02010609000101010101" pitchFamily="49" charset="-122"/>
              </a:rPr>
              <a:t>/</a:t>
            </a:r>
            <a:r>
              <a:rPr lang="zh-CN" altLang="en-US" sz="2400" kern="0" dirty="0">
                <a:solidFill>
                  <a:srgbClr val="FFC000"/>
                </a:solidFill>
                <a:latin typeface="汉仪中圆简" panose="02010609000101010101" pitchFamily="49" charset="-122"/>
                <a:ea typeface="汉仪中圆简" panose="02010609000101010101" pitchFamily="49" charset="-122"/>
              </a:rPr>
              <a:t>素材来源</a:t>
            </a:r>
            <a:r>
              <a:rPr lang="en-US" altLang="zh-CN" sz="2400" kern="0" dirty="0">
                <a:solidFill>
                  <a:srgbClr val="FFC000"/>
                </a:solidFill>
                <a:latin typeface="汉仪中圆简" panose="02010609000101010101" pitchFamily="49" charset="-122"/>
                <a:ea typeface="汉仪中圆简" panose="02010609000101010101" pitchFamily="49" charset="-122"/>
              </a:rPr>
              <a:t>@</a:t>
            </a:r>
            <a:r>
              <a:rPr lang="zh-CN" altLang="en-US" sz="2400" kern="0" dirty="0">
                <a:solidFill>
                  <a:srgbClr val="FFC000"/>
                </a:solidFill>
                <a:latin typeface="汉仪中圆简" panose="02010609000101010101" pitchFamily="49" charset="-122"/>
                <a:ea typeface="汉仪中圆简" panose="02010609000101010101" pitchFamily="49" charset="-122"/>
              </a:rPr>
              <a:t>包图网</a:t>
            </a:r>
            <a:endParaRPr lang="en-US" altLang="zh-CN" sz="2400" kern="0" dirty="0">
              <a:solidFill>
                <a:srgbClr val="FFC000"/>
              </a:solidFill>
              <a:latin typeface="汉仪中圆简" panose="02010609000101010101" pitchFamily="49" charset="-122"/>
              <a:ea typeface="汉仪中圆简" panose="02010609000101010101" pitchFamily="49" charset="-122"/>
            </a:endParaRPr>
          </a:p>
          <a:p>
            <a:pPr marL="342900" indent="-342900" algn="ctr" fontAlgn="base">
              <a:lnSpc>
                <a:spcPct val="110000"/>
              </a:lnSpc>
              <a:spcBef>
                <a:spcPct val="0"/>
              </a:spcBef>
              <a:spcAft>
                <a:spcPct val="0"/>
              </a:spcAft>
            </a:pPr>
            <a:r>
              <a:rPr lang="zh-CN" altLang="en-US" sz="2400" kern="0" dirty="0">
                <a:solidFill>
                  <a:srgbClr val="FFC000"/>
                </a:solidFill>
                <a:latin typeface="汉仪中圆简" panose="02010609000101010101" pitchFamily="49" charset="-122"/>
                <a:ea typeface="汉仪中圆简" panose="02010609000101010101" pitchFamily="49" charset="-122"/>
              </a:rPr>
              <a:t>本素材仅供学习研究使用。禁止商用、传播、转载。</a:t>
            </a:r>
            <a:endParaRPr lang="en-US" altLang="zh-CN" sz="2400" kern="0" dirty="0">
              <a:solidFill>
                <a:srgbClr val="FFC000"/>
              </a:solidFill>
              <a:latin typeface="汉仪中圆简" panose="02010609000101010101" pitchFamily="49" charset="-122"/>
              <a:ea typeface="汉仪中圆简" panose="02010609000101010101" pitchFamily="49" charset="-122"/>
            </a:endParaRPr>
          </a:p>
        </p:txBody>
      </p:sp>
      <p:pic>
        <p:nvPicPr>
          <p:cNvPr id="1026" name="Picture 2" descr="https://js.ibaotu.com/revision/img/logo2.pn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065281" y="1844823"/>
            <a:ext cx="2259061" cy="87114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7" name="矩形 6"/>
          <p:cNvSpPr/>
          <p:nvPr/>
        </p:nvSpPr>
        <p:spPr>
          <a:xfrm>
            <a:off x="4594053" y="2802290"/>
            <a:ext cx="3201517" cy="407291"/>
          </a:xfrm>
          <a:prstGeom prst="rect">
            <a:avLst/>
          </a:prstGeom>
        </p:spPr>
        <p:txBody>
          <a:bodyPr wrap="none">
            <a:spAutoFit/>
          </a:bodyPr>
          <a:lstStyle/>
          <a:p>
            <a:pPr marL="342900" indent="-342900" algn="ctr" fontAlgn="base">
              <a:lnSpc>
                <a:spcPct val="110000"/>
              </a:lnSpc>
              <a:spcBef>
                <a:spcPct val="0"/>
              </a:spcBef>
              <a:spcAft>
                <a:spcPct val="0"/>
              </a:spcAft>
            </a:pPr>
            <a:r>
              <a:rPr lang="en-US" altLang="zh-CN" sz="2000" kern="0" dirty="0">
                <a:solidFill>
                  <a:srgbClr val="FFC000"/>
                </a:solidFill>
                <a:latin typeface="微软雅黑" panose="020B0503020204020204" pitchFamily="34" charset="-122"/>
                <a:ea typeface="微软雅黑" panose="020B0503020204020204" pitchFamily="34" charset="-122"/>
                <a:hlinkClick r:id="rId3"/>
              </a:rPr>
              <a:t>https://ibaotu.com/ppt/</a:t>
            </a:r>
            <a:r>
              <a:rPr lang="en-US" altLang="zh-CN" sz="2000" kern="0" dirty="0">
                <a:solidFill>
                  <a:srgbClr val="FFC000"/>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32257160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71664" y="4437112"/>
            <a:ext cx="6768752"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行业</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素材：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5"/>
              </a:rPr>
              <a:t>www.1ppt.com/sucai/</a:t>
            </a:r>
            <a:endParaRPr lang="en-US" altLang="zh-CN" sz="1100" dirty="0">
              <a:solidFill>
                <a:srgbClr val="EEECE1">
                  <a:lumMod val="25000"/>
                </a:srgbClr>
              </a:solidFill>
              <a:latin typeface="微软雅黑" panose="020B0503020204020204" pitchFamily="34" charset="-122"/>
              <a:ea typeface="微软雅黑" panose="020B0503020204020204" pitchFamily="34" charset="-122"/>
            </a:endParaRP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图表：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优秀</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教程：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Word</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Excel</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个人简历：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课件：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手抄报：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试题下载：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endParaRPr lang="zh-CN" altLang="en-US" sz="11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1524000" y="2998276"/>
            <a:ext cx="9144000" cy="1366829"/>
          </a:xfrm>
          <a:prstGeom prst="rect">
            <a:avLst/>
          </a:prstGeom>
          <a:solidFill>
            <a:schemeClr val="tx2">
              <a:lumMod val="75000"/>
            </a:schemeClr>
          </a:solidFill>
          <a:ln w="9525">
            <a:noFill/>
            <a:miter lim="800000"/>
            <a:headEnd/>
            <a:tailEnd/>
          </a:ln>
        </p:spPr>
        <p:txBody>
          <a:bodyPr wrap="none" anchor="ctr"/>
          <a:lstStyle/>
          <a:p>
            <a:pPr>
              <a:defRPr/>
            </a:pPr>
            <a:endParaRPr lang="zh-CN" altLang="en-US" kern="0" dirty="0">
              <a:solidFill>
                <a:srgbClr val="005397"/>
              </a:solidFill>
              <a:latin typeface="Arial"/>
              <a:ea typeface="微软雅黑"/>
            </a:endParaRPr>
          </a:p>
        </p:txBody>
      </p:sp>
      <p:sp>
        <p:nvSpPr>
          <p:cNvPr id="15" name="Rectangle 3"/>
          <p:cNvSpPr>
            <a:spLocks noChangeArrowheads="1"/>
          </p:cNvSpPr>
          <p:nvPr/>
        </p:nvSpPr>
        <p:spPr bwMode="auto">
          <a:xfrm>
            <a:off x="1920306" y="3097346"/>
            <a:ext cx="4103687"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defRPr/>
            </a:pPr>
            <a:r>
              <a:rPr lang="zh-CN" altLang="en-US" sz="2000" b="1" kern="0" dirty="0">
                <a:solidFill>
                  <a:prstClr val="white"/>
                </a:solidFill>
                <a:latin typeface="微软雅黑" pitchFamily="34" charset="-122"/>
                <a:ea typeface="微软雅黑" pitchFamily="34" charset="-122"/>
              </a:rPr>
              <a:t>可以在下列情况使用</a:t>
            </a:r>
            <a:endParaRPr lang="zh-CN" altLang="en-US" sz="1200" kern="0" dirty="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个人学习、研究。</a:t>
            </a: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拷贝模板中的内容用于其它幻灯片母版中使用。</a:t>
            </a:r>
          </a:p>
        </p:txBody>
      </p:sp>
      <p:sp>
        <p:nvSpPr>
          <p:cNvPr id="16" name="Rectangle 4"/>
          <p:cNvSpPr>
            <a:spLocks noChangeArrowheads="1"/>
          </p:cNvSpPr>
          <p:nvPr/>
        </p:nvSpPr>
        <p:spPr bwMode="auto">
          <a:xfrm>
            <a:off x="6096000" y="3097346"/>
            <a:ext cx="4103688"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defRPr/>
            </a:pPr>
            <a:r>
              <a:rPr lang="zh-CN" altLang="en-US" sz="2000" b="1" kern="0" dirty="0">
                <a:solidFill>
                  <a:prstClr val="white"/>
                </a:solidFill>
                <a:latin typeface="微软雅黑" pitchFamily="34" charset="-122"/>
                <a:ea typeface="微软雅黑" pitchFamily="34" charset="-122"/>
              </a:rPr>
              <a:t>不可以在以下情况使用</a:t>
            </a:r>
            <a:endParaRPr lang="zh-CN" altLang="en-US" sz="1050" b="1" kern="0" dirty="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任何形式的在线付费下载。</a:t>
            </a: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网络转</a:t>
            </a:r>
            <a:r>
              <a:rPr lang="zh-CN" altLang="en-US" sz="1200" kern="0">
                <a:solidFill>
                  <a:prstClr val="white"/>
                </a:solidFill>
                <a:latin typeface="微软雅黑" pitchFamily="34" charset="-122"/>
                <a:ea typeface="微软雅黑" pitchFamily="34" charset="-122"/>
              </a:rPr>
              <a:t>载、线上线下传</a:t>
            </a:r>
            <a:r>
              <a:rPr lang="zh-CN" altLang="en-US" sz="1200" kern="0" dirty="0">
                <a:solidFill>
                  <a:prstClr val="white"/>
                </a:solidFill>
                <a:latin typeface="微软雅黑" pitchFamily="34" charset="-122"/>
                <a:ea typeface="微软雅黑" pitchFamily="34" charset="-122"/>
              </a:rPr>
              <a:t>播。</a:t>
            </a:r>
            <a:endParaRPr lang="zh-CN" altLang="en-GB" sz="1200" kern="0" dirty="0">
              <a:solidFill>
                <a:prstClr val="white"/>
              </a:solidFill>
              <a:latin typeface="微软雅黑" pitchFamily="34" charset="-122"/>
              <a:ea typeface="微软雅黑" pitchFamily="34" charset="-122"/>
            </a:endParaRPr>
          </a:p>
        </p:txBody>
      </p:sp>
      <p:pic>
        <p:nvPicPr>
          <p:cNvPr id="1027" name="Picture 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64099" y="356246"/>
            <a:ext cx="5919787"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p14="http://schemas.microsoft.com/office/powerpoint/2010/main" xmlns:aink="http://schemas.microsoft.com/office/drawing/2016/ink" Requires="p14 aink">
          <p:contentPart p14:bwMode="auto" r:id="rId19">
            <p14:nvContentPartPr>
              <p14:cNvPr id="7" name="墨迹 6">
                <a:extLst>
                  <a:ext uri="{FF2B5EF4-FFF2-40B4-BE49-F238E27FC236}">
                    <a16:creationId xmlns:a16="http://schemas.microsoft.com/office/drawing/2014/main" id="{6EBBEC50-721B-9297-DE8C-65115C350AC0}"/>
                  </a:ext>
                </a:extLst>
              </p14:cNvPr>
              <p14:cNvContentPartPr/>
              <p14:nvPr/>
            </p14:nvContentPartPr>
            <p14:xfrm>
              <a:off x="-1269037" y="737060"/>
              <a:ext cx="360" cy="360"/>
            </p14:xfrm>
          </p:contentPart>
        </mc:Choice>
        <mc:Fallback>
          <p:pic>
            <p:nvPicPr>
              <p:cNvPr id="7" name="墨迹 6">
                <a:extLst>
                  <a:ext uri="{FF2B5EF4-FFF2-40B4-BE49-F238E27FC236}">
                    <a16:creationId xmlns:a16="http://schemas.microsoft.com/office/drawing/2014/main" id="{6EBBEC50-721B-9297-DE8C-65115C350AC0}"/>
                  </a:ext>
                </a:extLst>
              </p:cNvPr>
              <p:cNvPicPr/>
              <p:nvPr/>
            </p:nvPicPr>
            <p:blipFill>
              <a:blip r:embed="rId20"/>
              <a:stretch>
                <a:fillRect/>
              </a:stretch>
            </p:blipFill>
            <p:spPr>
              <a:xfrm>
                <a:off x="-1287037" y="629060"/>
                <a:ext cx="36000" cy="216000"/>
              </a:xfrm>
              <a:prstGeom prst="rect">
                <a:avLst/>
              </a:prstGeom>
            </p:spPr>
          </p:pic>
        </mc:Fallback>
      </mc:AlternateContent>
    </p:spTree>
    <p:extLst>
      <p:ext uri="{BB962C8B-B14F-4D97-AF65-F5344CB8AC3E}">
        <p14:creationId xmlns:p14="http://schemas.microsoft.com/office/powerpoint/2010/main" val="28314106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FIRST_PUBLISH"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588ku">
      <a:majorFont>
        <a:latin typeface="Arial Black"/>
        <a:ea typeface="思源黑体 CN Bold"/>
        <a:cs typeface=""/>
      </a:majorFont>
      <a:minorFont>
        <a:latin typeface="Arial"/>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4752</TotalTime>
  <Words>1864</Words>
  <Application>Microsoft Office PowerPoint</Application>
  <PresentationFormat>宽屏</PresentationFormat>
  <Paragraphs>265</Paragraphs>
  <Slides>22</Slides>
  <Notes>20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22</vt:i4>
      </vt:variant>
    </vt:vector>
  </HeadingPairs>
  <TitlesOfParts>
    <vt:vector size="33" baseType="lpstr">
      <vt:lpstr>ZhenyanGB</vt:lpstr>
      <vt:lpstr>DengXian</vt:lpstr>
      <vt:lpstr>汉仪中圆简</vt:lpstr>
      <vt:lpstr>Source Han Sans CN Bold</vt:lpstr>
      <vt:lpstr>Source Han Serif CN Heavy</vt:lpstr>
      <vt:lpstr>Source Han Serif CN Heavy</vt:lpstr>
      <vt:lpstr>微软雅黑</vt:lpstr>
      <vt:lpstr>Arial</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商务办公</dc:title>
  <dc:creator>第一PPT，www.1ppt.com</dc:creator>
  <cp:keywords>www.1ppt.com</cp:keywords>
  <dc:description>第一PPT</dc:description>
  <cp:lastModifiedBy>PC</cp:lastModifiedBy>
  <cp:revision>667</cp:revision>
  <dcterms:created xsi:type="dcterms:W3CDTF">2018-06-17T04:53:58Z</dcterms:created>
  <dcterms:modified xsi:type="dcterms:W3CDTF">2026-07-18T07:41:01Z</dcterms:modified>
</cp:coreProperties>
</file>